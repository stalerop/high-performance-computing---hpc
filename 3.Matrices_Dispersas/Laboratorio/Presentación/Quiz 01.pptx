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6" r:id="rId8"/>
    <p:sldId id="267" r:id="rId9"/>
    <p:sldId id="272" r:id="rId10"/>
    <p:sldId id="269" r:id="rId11"/>
    <p:sldId id="273" r:id="rId12"/>
    <p:sldId id="274" r:id="rId13"/>
    <p:sldId id="264" r:id="rId14"/>
    <p:sldId id="265" r:id="rId15"/>
    <p:sldId id="268" r:id="rId16"/>
    <p:sldId id="275" r:id="rId17"/>
    <p:sldId id="276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BEE068-44DF-9302-6578-B6284E9F4FD8}" v="107" dt="2025-05-09T14:24:11.8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TALERO PARRA" userId="26a59e6f-ba71-4578-9490-b57439b3e7f0" providerId="ADAL" clId="{60CC4F56-1C8F-43BF-AFFD-7973C7EB0BE2}"/>
    <pc:docChg chg="undo custSel addSld modSld">
      <pc:chgData name="SANTIAGO TALERO PARRA" userId="26a59e6f-ba71-4578-9490-b57439b3e7f0" providerId="ADAL" clId="{60CC4F56-1C8F-43BF-AFFD-7973C7EB0BE2}" dt="2025-04-01T05:38:29.289" v="734" actId="1076"/>
      <pc:docMkLst>
        <pc:docMk/>
      </pc:docMkLst>
      <pc:sldChg chg="modSp mod">
        <pc:chgData name="SANTIAGO TALERO PARRA" userId="26a59e6f-ba71-4578-9490-b57439b3e7f0" providerId="ADAL" clId="{60CC4F56-1C8F-43BF-AFFD-7973C7EB0BE2}" dt="2025-03-31T23:41:35.618" v="3" actId="1037"/>
        <pc:sldMkLst>
          <pc:docMk/>
          <pc:sldMk cId="1298462765" sldId="258"/>
        </pc:sldMkLst>
        <pc:spChg chg="mod">
          <ac:chgData name="SANTIAGO TALERO PARRA" userId="26a59e6f-ba71-4578-9490-b57439b3e7f0" providerId="ADAL" clId="{60CC4F56-1C8F-43BF-AFFD-7973C7EB0BE2}" dt="2025-03-31T23:41:35.618" v="3" actId="1037"/>
          <ac:spMkLst>
            <pc:docMk/>
            <pc:sldMk cId="1298462765" sldId="258"/>
            <ac:spMk id="15" creationId="{26DDD86C-213B-8466-9609-862346FAFEE9}"/>
          </ac:spMkLst>
        </pc:spChg>
      </pc:sldChg>
      <pc:sldChg chg="modSp mod">
        <pc:chgData name="SANTIAGO TALERO PARRA" userId="26a59e6f-ba71-4578-9490-b57439b3e7f0" providerId="ADAL" clId="{60CC4F56-1C8F-43BF-AFFD-7973C7EB0BE2}" dt="2025-03-31T23:41:55.024" v="4" actId="20577"/>
        <pc:sldMkLst>
          <pc:docMk/>
          <pc:sldMk cId="3975716080" sldId="259"/>
        </pc:sldMkLst>
        <pc:spChg chg="mod">
          <ac:chgData name="SANTIAGO TALERO PARRA" userId="26a59e6f-ba71-4578-9490-b57439b3e7f0" providerId="ADAL" clId="{60CC4F56-1C8F-43BF-AFFD-7973C7EB0BE2}" dt="2025-03-31T23:41:55.024" v="4" actId="20577"/>
          <ac:spMkLst>
            <pc:docMk/>
            <pc:sldMk cId="3975716080" sldId="259"/>
            <ac:spMk id="4" creationId="{AAD4FECA-7BAC-EA76-1621-8E56739D5F09}"/>
          </ac:spMkLst>
        </pc:spChg>
      </pc:sldChg>
      <pc:sldChg chg="addSp delSp modSp add mod">
        <pc:chgData name="SANTIAGO TALERO PARRA" userId="26a59e6f-ba71-4578-9490-b57439b3e7f0" providerId="ADAL" clId="{60CC4F56-1C8F-43BF-AFFD-7973C7EB0BE2}" dt="2025-04-01T02:46:49.787" v="354" actId="1076"/>
        <pc:sldMkLst>
          <pc:docMk/>
          <pc:sldMk cId="2842134728" sldId="264"/>
        </pc:sldMkLst>
        <pc:spChg chg="mod">
          <ac:chgData name="SANTIAGO TALERO PARRA" userId="26a59e6f-ba71-4578-9490-b57439b3e7f0" providerId="ADAL" clId="{60CC4F56-1C8F-43BF-AFFD-7973C7EB0BE2}" dt="2025-04-01T02:45:54.388" v="349" actId="1076"/>
          <ac:spMkLst>
            <pc:docMk/>
            <pc:sldMk cId="2842134728" sldId="264"/>
            <ac:spMk id="2" creationId="{59C3FA33-75FC-173B-D240-51A5B45C32B0}"/>
          </ac:spMkLst>
        </pc:spChg>
        <pc:spChg chg="mod">
          <ac:chgData name="SANTIAGO TALERO PARRA" userId="26a59e6f-ba71-4578-9490-b57439b3e7f0" providerId="ADAL" clId="{60CC4F56-1C8F-43BF-AFFD-7973C7EB0BE2}" dt="2025-04-01T02:46:49.787" v="354" actId="1076"/>
          <ac:spMkLst>
            <pc:docMk/>
            <pc:sldMk cId="2842134728" sldId="264"/>
            <ac:spMk id="4" creationId="{69B61E0B-4367-8B4F-0F35-EE025F4C9687}"/>
          </ac:spMkLst>
        </pc:spChg>
        <pc:spChg chg="add mod">
          <ac:chgData name="SANTIAGO TALERO PARRA" userId="26a59e6f-ba71-4578-9490-b57439b3e7f0" providerId="ADAL" clId="{60CC4F56-1C8F-43BF-AFFD-7973C7EB0BE2}" dt="2025-04-01T02:40:53.429" v="197" actId="114"/>
          <ac:spMkLst>
            <pc:docMk/>
            <pc:sldMk cId="2842134728" sldId="264"/>
            <ac:spMk id="6" creationId="{4CFFA578-30F3-D684-2AAB-38C4787B9B61}"/>
          </ac:spMkLst>
        </pc:spChg>
        <pc:spChg chg="add">
          <ac:chgData name="SANTIAGO TALERO PARRA" userId="26a59e6f-ba71-4578-9490-b57439b3e7f0" providerId="ADAL" clId="{60CC4F56-1C8F-43BF-AFFD-7973C7EB0BE2}" dt="2025-04-01T02:38:26.742" v="91"/>
          <ac:spMkLst>
            <pc:docMk/>
            <pc:sldMk cId="2842134728" sldId="264"/>
            <ac:spMk id="7" creationId="{2D6960D5-C7B8-F894-6416-CC3B2D7C82EC}"/>
          </ac:spMkLst>
        </pc:spChg>
        <pc:spChg chg="add">
          <ac:chgData name="SANTIAGO TALERO PARRA" userId="26a59e6f-ba71-4578-9490-b57439b3e7f0" providerId="ADAL" clId="{60CC4F56-1C8F-43BF-AFFD-7973C7EB0BE2}" dt="2025-04-01T02:38:37.541" v="135"/>
          <ac:spMkLst>
            <pc:docMk/>
            <pc:sldMk cId="2842134728" sldId="264"/>
            <ac:spMk id="8" creationId="{2160832E-1272-EEDA-5E57-C9E2ED35B014}"/>
          </ac:spMkLst>
        </pc:spChg>
        <pc:spChg chg="add">
          <ac:chgData name="SANTIAGO TALERO PARRA" userId="26a59e6f-ba71-4578-9490-b57439b3e7f0" providerId="ADAL" clId="{60CC4F56-1C8F-43BF-AFFD-7973C7EB0BE2}" dt="2025-04-01T02:39:52.464" v="163"/>
          <ac:spMkLst>
            <pc:docMk/>
            <pc:sldMk cId="2842134728" sldId="264"/>
            <ac:spMk id="9" creationId="{23AB0D81-84C4-8D59-60EB-C7C4FCD9E767}"/>
          </ac:spMkLst>
        </pc:spChg>
        <pc:picChg chg="add mod">
          <ac:chgData name="SANTIAGO TALERO PARRA" userId="26a59e6f-ba71-4578-9490-b57439b3e7f0" providerId="ADAL" clId="{60CC4F56-1C8F-43BF-AFFD-7973C7EB0BE2}" dt="2025-04-01T02:36:46.381" v="31" actId="1076"/>
          <ac:picMkLst>
            <pc:docMk/>
            <pc:sldMk cId="2842134728" sldId="264"/>
            <ac:picMk id="5" creationId="{60EB2139-1E52-6947-95D6-50EE66337814}"/>
          </ac:picMkLst>
        </pc:picChg>
        <pc:picChg chg="del">
          <ac:chgData name="SANTIAGO TALERO PARRA" userId="26a59e6f-ba71-4578-9490-b57439b3e7f0" providerId="ADAL" clId="{60CC4F56-1C8F-43BF-AFFD-7973C7EB0BE2}" dt="2025-04-01T02:36:19.316" v="29" actId="478"/>
          <ac:picMkLst>
            <pc:docMk/>
            <pc:sldMk cId="2842134728" sldId="264"/>
            <ac:picMk id="12" creationId="{31082EF2-890F-69AF-3180-B1FABB3EFC7A}"/>
          </ac:picMkLst>
        </pc:picChg>
      </pc:sldChg>
      <pc:sldChg chg="modSp add mod">
        <pc:chgData name="SANTIAGO TALERO PARRA" userId="26a59e6f-ba71-4578-9490-b57439b3e7f0" providerId="ADAL" clId="{60CC4F56-1C8F-43BF-AFFD-7973C7EB0BE2}" dt="2025-04-01T02:47:21.324" v="359" actId="255"/>
        <pc:sldMkLst>
          <pc:docMk/>
          <pc:sldMk cId="322479756" sldId="265"/>
        </pc:sldMkLst>
        <pc:spChg chg="mod">
          <ac:chgData name="SANTIAGO TALERO PARRA" userId="26a59e6f-ba71-4578-9490-b57439b3e7f0" providerId="ADAL" clId="{60CC4F56-1C8F-43BF-AFFD-7973C7EB0BE2}" dt="2025-04-01T02:47:21.324" v="359" actId="255"/>
          <ac:spMkLst>
            <pc:docMk/>
            <pc:sldMk cId="322479756" sldId="265"/>
            <ac:spMk id="4" creationId="{33EE6E23-2FD6-B00C-C260-EA8944132B3D}"/>
          </ac:spMkLst>
        </pc:spChg>
      </pc:sldChg>
      <pc:sldChg chg="addSp delSp modSp add mod">
        <pc:chgData name="SANTIAGO TALERO PARRA" userId="26a59e6f-ba71-4578-9490-b57439b3e7f0" providerId="ADAL" clId="{60CC4F56-1C8F-43BF-AFFD-7973C7EB0BE2}" dt="2025-04-01T05:12:09.537" v="483" actId="12"/>
        <pc:sldMkLst>
          <pc:docMk/>
          <pc:sldMk cId="2684869388" sldId="268"/>
        </pc:sldMkLst>
        <pc:spChg chg="mod">
          <ac:chgData name="SANTIAGO TALERO PARRA" userId="26a59e6f-ba71-4578-9490-b57439b3e7f0" providerId="ADAL" clId="{60CC4F56-1C8F-43BF-AFFD-7973C7EB0BE2}" dt="2025-04-01T02:48:03.630" v="382" actId="20577"/>
          <ac:spMkLst>
            <pc:docMk/>
            <pc:sldMk cId="2684869388" sldId="268"/>
            <ac:spMk id="2" creationId="{C4FE64B5-0B2C-F62A-165E-C20ACD4ED44F}"/>
          </ac:spMkLst>
        </pc:spChg>
        <pc:spChg chg="add mod">
          <ac:chgData name="SANTIAGO TALERO PARRA" userId="26a59e6f-ba71-4578-9490-b57439b3e7f0" providerId="ADAL" clId="{60CC4F56-1C8F-43BF-AFFD-7973C7EB0BE2}" dt="2025-04-01T05:11:00.695" v="468" actId="20577"/>
          <ac:spMkLst>
            <pc:docMk/>
            <pc:sldMk cId="2684869388" sldId="268"/>
            <ac:spMk id="3" creationId="{8FEE2B29-1A55-B36A-633C-DBD52DEF9230}"/>
          </ac:spMkLst>
        </pc:spChg>
        <pc:spChg chg="mod">
          <ac:chgData name="SANTIAGO TALERO PARRA" userId="26a59e6f-ba71-4578-9490-b57439b3e7f0" providerId="ADAL" clId="{60CC4F56-1C8F-43BF-AFFD-7973C7EB0BE2}" dt="2025-04-01T05:12:09.537" v="483" actId="12"/>
          <ac:spMkLst>
            <pc:docMk/>
            <pc:sldMk cId="2684869388" sldId="268"/>
            <ac:spMk id="4" creationId="{986F1862-2710-B611-3CE8-F6C33B27232B}"/>
          </ac:spMkLst>
        </pc:spChg>
        <pc:spChg chg="del">
          <ac:chgData name="SANTIAGO TALERO PARRA" userId="26a59e6f-ba71-4578-9490-b57439b3e7f0" providerId="ADAL" clId="{60CC4F56-1C8F-43BF-AFFD-7973C7EB0BE2}" dt="2025-04-01T05:10:23.861" v="461" actId="478"/>
          <ac:spMkLst>
            <pc:docMk/>
            <pc:sldMk cId="2684869388" sldId="268"/>
            <ac:spMk id="6" creationId="{C44A4154-0E9C-F05C-CFFC-B1F5B05D349E}"/>
          </ac:spMkLst>
        </pc:spChg>
        <pc:spChg chg="add mod">
          <ac:chgData name="SANTIAGO TALERO PARRA" userId="26a59e6f-ba71-4578-9490-b57439b3e7f0" providerId="ADAL" clId="{60CC4F56-1C8F-43BF-AFFD-7973C7EB0BE2}" dt="2025-04-01T05:11:53.655" v="482" actId="2711"/>
          <ac:spMkLst>
            <pc:docMk/>
            <pc:sldMk cId="2684869388" sldId="268"/>
            <ac:spMk id="7" creationId="{56AD570B-985E-DE01-4E4F-69DFBB2FB88E}"/>
          </ac:spMkLst>
        </pc:spChg>
        <pc:picChg chg="del">
          <ac:chgData name="SANTIAGO TALERO PARRA" userId="26a59e6f-ba71-4578-9490-b57439b3e7f0" providerId="ADAL" clId="{60CC4F56-1C8F-43BF-AFFD-7973C7EB0BE2}" dt="2025-04-01T05:10:21.500" v="460" actId="478"/>
          <ac:picMkLst>
            <pc:docMk/>
            <pc:sldMk cId="2684869388" sldId="268"/>
            <ac:picMk id="5" creationId="{AB1A47C9-7BEF-AB7B-8278-DE65758CD641}"/>
          </ac:picMkLst>
        </pc:picChg>
      </pc:sldChg>
      <pc:sldChg chg="modSp mod">
        <pc:chgData name="SANTIAGO TALERO PARRA" userId="26a59e6f-ba71-4578-9490-b57439b3e7f0" providerId="ADAL" clId="{60CC4F56-1C8F-43BF-AFFD-7973C7EB0BE2}" dt="2025-04-01T05:25:22.633" v="600" actId="20577"/>
        <pc:sldMkLst>
          <pc:docMk/>
          <pc:sldMk cId="2181729540" sldId="269"/>
        </pc:sldMkLst>
        <pc:spChg chg="mod">
          <ac:chgData name="SANTIAGO TALERO PARRA" userId="26a59e6f-ba71-4578-9490-b57439b3e7f0" providerId="ADAL" clId="{60CC4F56-1C8F-43BF-AFFD-7973C7EB0BE2}" dt="2025-04-01T05:23:36.036" v="596" actId="20577"/>
          <ac:spMkLst>
            <pc:docMk/>
            <pc:sldMk cId="2181729540" sldId="269"/>
            <ac:spMk id="2" creationId="{2A6AD40D-8FFE-DF11-B45E-877C540E9FF5}"/>
          </ac:spMkLst>
        </pc:spChg>
        <pc:spChg chg="mod">
          <ac:chgData name="SANTIAGO TALERO PARRA" userId="26a59e6f-ba71-4578-9490-b57439b3e7f0" providerId="ADAL" clId="{60CC4F56-1C8F-43BF-AFFD-7973C7EB0BE2}" dt="2025-04-01T05:25:22.633" v="600" actId="20577"/>
          <ac:spMkLst>
            <pc:docMk/>
            <pc:sldMk cId="2181729540" sldId="269"/>
            <ac:spMk id="4" creationId="{40B1C684-1A94-9651-7729-54536156B212}"/>
          </ac:spMkLst>
        </pc:spChg>
      </pc:sldChg>
      <pc:sldChg chg="modSp add mod">
        <pc:chgData name="SANTIAGO TALERO PARRA" userId="26a59e6f-ba71-4578-9490-b57439b3e7f0" providerId="ADAL" clId="{60CC4F56-1C8F-43BF-AFFD-7973C7EB0BE2}" dt="2025-04-01T05:38:29.289" v="734" actId="1076"/>
        <pc:sldMkLst>
          <pc:docMk/>
          <pc:sldMk cId="2615235232" sldId="275"/>
        </pc:sldMkLst>
        <pc:spChg chg="mod">
          <ac:chgData name="SANTIAGO TALERO PARRA" userId="26a59e6f-ba71-4578-9490-b57439b3e7f0" providerId="ADAL" clId="{60CC4F56-1C8F-43BF-AFFD-7973C7EB0BE2}" dt="2025-04-01T05:22:00.743" v="506" actId="20577"/>
          <ac:spMkLst>
            <pc:docMk/>
            <pc:sldMk cId="2615235232" sldId="275"/>
            <ac:spMk id="2" creationId="{5590A08C-B403-F4D0-423C-C4BE79C84BEB}"/>
          </ac:spMkLst>
        </pc:spChg>
        <pc:spChg chg="mod">
          <ac:chgData name="SANTIAGO TALERO PARRA" userId="26a59e6f-ba71-4578-9490-b57439b3e7f0" providerId="ADAL" clId="{60CC4F56-1C8F-43BF-AFFD-7973C7EB0BE2}" dt="2025-04-01T05:34:43.050" v="690" actId="20577"/>
          <ac:spMkLst>
            <pc:docMk/>
            <pc:sldMk cId="2615235232" sldId="275"/>
            <ac:spMk id="4" creationId="{F2DCCD33-839F-C1F3-69EE-CCB4316D68FB}"/>
          </ac:spMkLst>
        </pc:spChg>
        <pc:spChg chg="mod">
          <ac:chgData name="SANTIAGO TALERO PARRA" userId="26a59e6f-ba71-4578-9490-b57439b3e7f0" providerId="ADAL" clId="{60CC4F56-1C8F-43BF-AFFD-7973C7EB0BE2}" dt="2025-04-01T05:38:29.289" v="734" actId="1076"/>
          <ac:spMkLst>
            <pc:docMk/>
            <pc:sldMk cId="2615235232" sldId="275"/>
            <ac:spMk id="7" creationId="{66C0F059-4751-FF7D-D3DF-424E071287BF}"/>
          </ac:spMkLst>
        </pc:spChg>
      </pc:sldChg>
    </pc:docChg>
  </pc:docChgLst>
  <pc:docChgLst>
    <pc:chgData name="ISSABELA DEL PILAR ORTIZ" userId="S::idel_pinaro@udistrital.edu.co::380b4838-460c-4ab8-9b95-b7e4b0c3b02e" providerId="AD" clId="Web-{B4BEE068-44DF-9302-6578-B6284E9F4FD8}"/>
    <pc:docChg chg="delSld modSld">
      <pc:chgData name="ISSABELA DEL PILAR ORTIZ" userId="S::idel_pinaro@udistrital.edu.co::380b4838-460c-4ab8-9b95-b7e4b0c3b02e" providerId="AD" clId="Web-{B4BEE068-44DF-9302-6578-B6284E9F4FD8}" dt="2025-05-09T14:24:11.823" v="101" actId="20577"/>
      <pc:docMkLst>
        <pc:docMk/>
      </pc:docMkLst>
      <pc:sldChg chg="addSp delSp modSp">
        <pc:chgData name="ISSABELA DEL PILAR ORTIZ" userId="S::idel_pinaro@udistrital.edu.co::380b4838-460c-4ab8-9b95-b7e4b0c3b02e" providerId="AD" clId="Web-{B4BEE068-44DF-9302-6578-B6284E9F4FD8}" dt="2025-05-09T14:24:11.823" v="101" actId="20577"/>
        <pc:sldMkLst>
          <pc:docMk/>
          <pc:sldMk cId="3247144218" sldId="256"/>
        </pc:sldMkLst>
        <pc:spChg chg="add del mod">
          <ac:chgData name="ISSABELA DEL PILAR ORTIZ" userId="S::idel_pinaro@udistrital.edu.co::380b4838-460c-4ab8-9b95-b7e4b0c3b02e" providerId="AD" clId="Web-{B4BEE068-44DF-9302-6578-B6284E9F4FD8}" dt="2025-05-09T14:22:43.635" v="34"/>
          <ac:spMkLst>
            <pc:docMk/>
            <pc:sldMk cId="3247144218" sldId="256"/>
            <ac:spMk id="2" creationId="{8B9434E4-2845-01AA-E1EC-3550AF60A444}"/>
          </ac:spMkLst>
        </pc:spChg>
        <pc:spChg chg="mod">
          <ac:chgData name="ISSABELA DEL PILAR ORTIZ" userId="S::idel_pinaro@udistrital.edu.co::380b4838-460c-4ab8-9b95-b7e4b0c3b02e" providerId="AD" clId="Web-{B4BEE068-44DF-9302-6578-B6284E9F4FD8}" dt="2025-05-09T14:23:14.557" v="46" actId="20577"/>
          <ac:spMkLst>
            <pc:docMk/>
            <pc:sldMk cId="3247144218" sldId="256"/>
            <ac:spMk id="3" creationId="{5991B5EE-434E-7923-3143-6C291DB4208C}"/>
          </ac:spMkLst>
        </pc:spChg>
        <pc:spChg chg="add del mod">
          <ac:chgData name="ISSABELA DEL PILAR ORTIZ" userId="S::idel_pinaro@udistrital.edu.co::380b4838-460c-4ab8-9b95-b7e4b0c3b02e" providerId="AD" clId="Web-{B4BEE068-44DF-9302-6578-B6284E9F4FD8}" dt="2025-05-09T14:22:38.401" v="31"/>
          <ac:spMkLst>
            <pc:docMk/>
            <pc:sldMk cId="3247144218" sldId="256"/>
            <ac:spMk id="5" creationId="{D8FFF7C8-0879-4D26-9524-7D081B37876F}"/>
          </ac:spMkLst>
        </pc:spChg>
        <pc:spChg chg="add del mod">
          <ac:chgData name="ISSABELA DEL PILAR ORTIZ" userId="S::idel_pinaro@udistrital.edu.co::380b4838-460c-4ab8-9b95-b7e4b0c3b02e" providerId="AD" clId="Web-{B4BEE068-44DF-9302-6578-B6284E9F4FD8}" dt="2025-05-09T14:22:38.276" v="30"/>
          <ac:spMkLst>
            <pc:docMk/>
            <pc:sldMk cId="3247144218" sldId="256"/>
            <ac:spMk id="7" creationId="{C85AF3B3-D198-59E0-1B25-AEA45A570F9B}"/>
          </ac:spMkLst>
        </pc:spChg>
        <pc:spChg chg="add mod">
          <ac:chgData name="ISSABELA DEL PILAR ORTIZ" userId="S::idel_pinaro@udistrital.edu.co::380b4838-460c-4ab8-9b95-b7e4b0c3b02e" providerId="AD" clId="Web-{B4BEE068-44DF-9302-6578-B6284E9F4FD8}" dt="2025-05-09T14:24:11.823" v="101" actId="20577"/>
          <ac:spMkLst>
            <pc:docMk/>
            <pc:sldMk cId="3247144218" sldId="256"/>
            <ac:spMk id="9" creationId="{BA868593-6F5D-9F80-4531-7C8FF48A5CBA}"/>
          </ac:spMkLst>
        </pc:spChg>
      </pc:sldChg>
      <pc:sldChg chg="del">
        <pc:chgData name="ISSABELA DEL PILAR ORTIZ" userId="S::idel_pinaro@udistrital.edu.co::380b4838-460c-4ab8-9b95-b7e4b0c3b02e" providerId="AD" clId="Web-{B4BEE068-44DF-9302-6578-B6284E9F4FD8}" dt="2025-05-09T14:23:21.213" v="47"/>
        <pc:sldMkLst>
          <pc:docMk/>
          <pc:sldMk cId="2623303382" sldId="257"/>
        </pc:sldMkLst>
      </pc:sldChg>
      <pc:sldChg chg="modSp">
        <pc:chgData name="ISSABELA DEL PILAR ORTIZ" userId="S::idel_pinaro@udistrital.edu.co::380b4838-460c-4ab8-9b95-b7e4b0c3b02e" providerId="AD" clId="Web-{B4BEE068-44DF-9302-6578-B6284E9F4FD8}" dt="2025-05-09T14:24:05.229" v="100" actId="20577"/>
        <pc:sldMkLst>
          <pc:docMk/>
          <pc:sldMk cId="3435819545" sldId="272"/>
        </pc:sldMkLst>
        <pc:spChg chg="mod">
          <ac:chgData name="ISSABELA DEL PILAR ORTIZ" userId="S::idel_pinaro@udistrital.edu.co::380b4838-460c-4ab8-9b95-b7e4b0c3b02e" providerId="AD" clId="Web-{B4BEE068-44DF-9302-6578-B6284E9F4FD8}" dt="2025-05-09T14:24:05.229" v="100" actId="20577"/>
          <ac:spMkLst>
            <pc:docMk/>
            <pc:sldMk cId="3435819545" sldId="272"/>
            <ac:spMk id="2" creationId="{DA01F028-0805-DECD-B7D0-39D417293959}"/>
          </ac:spMkLst>
        </pc:spChg>
        <pc:spChg chg="mod">
          <ac:chgData name="ISSABELA DEL PILAR ORTIZ" userId="S::idel_pinaro@udistrital.edu.co::380b4838-460c-4ab8-9b95-b7e4b0c3b02e" providerId="AD" clId="Web-{B4BEE068-44DF-9302-6578-B6284E9F4FD8}" dt="2025-05-09T14:23:59.120" v="98" actId="20577"/>
          <ac:spMkLst>
            <pc:docMk/>
            <pc:sldMk cId="3435819545" sldId="272"/>
            <ac:spMk id="3" creationId="{CB20C300-1B2B-5218-2FB9-CDBA3218B412}"/>
          </ac:spMkLst>
        </pc:spChg>
      </pc:sldChg>
    </pc:docChg>
  </pc:docChgLst>
  <pc:docChgLst>
    <pc:chgData name="JUAN SEBASTIAN MANRIQUE MORENO" userId="153ea414-08d7-4bec-9784-d785c32d1359" providerId="ADAL" clId="{57863551-D81C-4809-93E9-163DB664E26C}"/>
    <pc:docChg chg="undo custSel addSld delSld modSld">
      <pc:chgData name="JUAN SEBASTIAN MANRIQUE MORENO" userId="153ea414-08d7-4bec-9784-d785c32d1359" providerId="ADAL" clId="{57863551-D81C-4809-93E9-163DB664E26C}" dt="2025-04-01T14:02:08.953" v="3977" actId="47"/>
      <pc:docMkLst>
        <pc:docMk/>
      </pc:docMkLst>
      <pc:sldChg chg="modTransition">
        <pc:chgData name="JUAN SEBASTIAN MANRIQUE MORENO" userId="153ea414-08d7-4bec-9784-d785c32d1359" providerId="ADAL" clId="{57863551-D81C-4809-93E9-163DB664E26C}" dt="2025-03-31T20:49:08.388" v="2114"/>
        <pc:sldMkLst>
          <pc:docMk/>
          <pc:sldMk cId="3247144218" sldId="256"/>
        </pc:sldMkLst>
      </pc:sldChg>
      <pc:sldChg chg="modSp mod modTransition">
        <pc:chgData name="JUAN SEBASTIAN MANRIQUE MORENO" userId="153ea414-08d7-4bec-9784-d785c32d1359" providerId="ADAL" clId="{57863551-D81C-4809-93E9-163DB664E26C}" dt="2025-04-01T02:53:50.385" v="3778" actId="114"/>
        <pc:sldMkLst>
          <pc:docMk/>
          <pc:sldMk cId="2623303382" sldId="257"/>
        </pc:sldMkLst>
        <pc:spChg chg="mod">
          <ac:chgData name="JUAN SEBASTIAN MANRIQUE MORENO" userId="153ea414-08d7-4bec-9784-d785c32d1359" providerId="ADAL" clId="{57863551-D81C-4809-93E9-163DB664E26C}" dt="2025-04-01T02:53:50.385" v="3778" actId="114"/>
          <ac:spMkLst>
            <pc:docMk/>
            <pc:sldMk cId="2623303382" sldId="257"/>
            <ac:spMk id="3" creationId="{B1569BA8-9579-4FA2-1DED-0CB7C5270CA3}"/>
          </ac:spMkLst>
        </pc:spChg>
      </pc:sldChg>
      <pc:sldChg chg="addSp delSp modSp mod modTransition">
        <pc:chgData name="JUAN SEBASTIAN MANRIQUE MORENO" userId="153ea414-08d7-4bec-9784-d785c32d1359" providerId="ADAL" clId="{57863551-D81C-4809-93E9-163DB664E26C}" dt="2025-03-31T20:21:00.735" v="1005" actId="1076"/>
        <pc:sldMkLst>
          <pc:docMk/>
          <pc:sldMk cId="1298462765" sldId="258"/>
        </pc:sldMkLst>
        <pc:spChg chg="mod">
          <ac:chgData name="JUAN SEBASTIAN MANRIQUE MORENO" userId="153ea414-08d7-4bec-9784-d785c32d1359" providerId="ADAL" clId="{57863551-D81C-4809-93E9-163DB664E26C}" dt="2025-03-31T20:05:08.179" v="772" actId="14100"/>
          <ac:spMkLst>
            <pc:docMk/>
            <pc:sldMk cId="1298462765" sldId="258"/>
            <ac:spMk id="2" creationId="{A873D618-B979-09D4-1AEE-C229D17C6142}"/>
          </ac:spMkLst>
        </pc:spChg>
        <pc:spChg chg="del">
          <ac:chgData name="JUAN SEBASTIAN MANRIQUE MORENO" userId="153ea414-08d7-4bec-9784-d785c32d1359" providerId="ADAL" clId="{57863551-D81C-4809-93E9-163DB664E26C}" dt="2025-03-31T20:00:25.629" v="422" actId="931"/>
          <ac:spMkLst>
            <pc:docMk/>
            <pc:sldMk cId="1298462765" sldId="258"/>
            <ac:spMk id="3" creationId="{BCE95C6D-E2E7-8C08-79F4-27B0B0B77A06}"/>
          </ac:spMkLst>
        </pc:spChg>
        <pc:spChg chg="mod">
          <ac:chgData name="JUAN SEBASTIAN MANRIQUE MORENO" userId="153ea414-08d7-4bec-9784-d785c32d1359" providerId="ADAL" clId="{57863551-D81C-4809-93E9-163DB664E26C}" dt="2025-03-31T20:14:33.919" v="863" actId="207"/>
          <ac:spMkLst>
            <pc:docMk/>
            <pc:sldMk cId="1298462765" sldId="258"/>
            <ac:spMk id="4" creationId="{F3AAF338-1077-BDFA-DD80-D3D5C7EDFF6C}"/>
          </ac:spMkLst>
        </pc:spChg>
        <pc:spChg chg="add del mod">
          <ac:chgData name="JUAN SEBASTIAN MANRIQUE MORENO" userId="153ea414-08d7-4bec-9784-d785c32d1359" providerId="ADAL" clId="{57863551-D81C-4809-93E9-163DB664E26C}" dt="2025-03-31T20:00:32.395" v="426" actId="478"/>
          <ac:spMkLst>
            <pc:docMk/>
            <pc:sldMk cId="1298462765" sldId="258"/>
            <ac:spMk id="8" creationId="{93E96C73-41A0-32A8-FEAF-709C984FBEC1}"/>
          </ac:spMkLst>
        </pc:spChg>
        <pc:spChg chg="add del mod">
          <ac:chgData name="JUAN SEBASTIAN MANRIQUE MORENO" userId="153ea414-08d7-4bec-9784-d785c32d1359" providerId="ADAL" clId="{57863551-D81C-4809-93E9-163DB664E26C}" dt="2025-03-31T20:13:43.433" v="856" actId="22"/>
          <ac:spMkLst>
            <pc:docMk/>
            <pc:sldMk cId="1298462765" sldId="258"/>
            <ac:spMk id="13" creationId="{E8559A8B-DCA2-F982-1F5E-55CDF39E89B7}"/>
          </ac:spMkLst>
        </pc:spChg>
        <pc:spChg chg="add del mod">
          <ac:chgData name="JUAN SEBASTIAN MANRIQUE MORENO" userId="153ea414-08d7-4bec-9784-d785c32d1359" providerId="ADAL" clId="{57863551-D81C-4809-93E9-163DB664E26C}" dt="2025-03-31T20:13:41.396" v="852" actId="11529"/>
          <ac:spMkLst>
            <pc:docMk/>
            <pc:sldMk cId="1298462765" sldId="258"/>
            <ac:spMk id="14" creationId="{26DDD86C-213B-8466-9609-862346FAFEE9}"/>
          </ac:spMkLst>
        </pc:spChg>
        <pc:spChg chg="add mod">
          <ac:chgData name="JUAN SEBASTIAN MANRIQUE MORENO" userId="153ea414-08d7-4bec-9784-d785c32d1359" providerId="ADAL" clId="{57863551-D81C-4809-93E9-163DB664E26C}" dt="2025-03-31T20:13:46.872" v="860"/>
          <ac:spMkLst>
            <pc:docMk/>
            <pc:sldMk cId="1298462765" sldId="258"/>
            <ac:spMk id="15" creationId="{26DDD86C-213B-8466-9609-862346FAFEE9}"/>
          </ac:spMkLst>
        </pc:spChg>
        <pc:picChg chg="add del mod">
          <ac:chgData name="JUAN SEBASTIAN MANRIQUE MORENO" userId="153ea414-08d7-4bec-9784-d785c32d1359" providerId="ADAL" clId="{57863551-D81C-4809-93E9-163DB664E26C}" dt="2025-03-31T20:00:30.809" v="425" actId="478"/>
          <ac:picMkLst>
            <pc:docMk/>
            <pc:sldMk cId="1298462765" sldId="258"/>
            <ac:picMk id="6" creationId="{33344419-F678-D024-3EE4-87B5A5F10FAC}"/>
          </ac:picMkLst>
        </pc:picChg>
        <pc:picChg chg="add mod modCrop">
          <ac:chgData name="JUAN SEBASTIAN MANRIQUE MORENO" userId="153ea414-08d7-4bec-9784-d785c32d1359" providerId="ADAL" clId="{57863551-D81C-4809-93E9-163DB664E26C}" dt="2025-03-31T20:21:00.735" v="1005" actId="1076"/>
          <ac:picMkLst>
            <pc:docMk/>
            <pc:sldMk cId="1298462765" sldId="258"/>
            <ac:picMk id="10" creationId="{60544B58-8D51-3237-DC25-76D11E3C11D3}"/>
          </ac:picMkLst>
        </pc:picChg>
        <pc:picChg chg="add mod">
          <ac:chgData name="JUAN SEBASTIAN MANRIQUE MORENO" userId="153ea414-08d7-4bec-9784-d785c32d1359" providerId="ADAL" clId="{57863551-D81C-4809-93E9-163DB664E26C}" dt="2025-03-31T20:05:48.430" v="778" actId="571"/>
          <ac:picMkLst>
            <pc:docMk/>
            <pc:sldMk cId="1298462765" sldId="258"/>
            <ac:picMk id="11" creationId="{A969462E-A54A-2F55-5904-0FE2F86E0989}"/>
          </ac:picMkLst>
        </pc:picChg>
      </pc:sldChg>
      <pc:sldChg chg="addSp delSp modSp add mod modTransition">
        <pc:chgData name="JUAN SEBASTIAN MANRIQUE MORENO" userId="153ea414-08d7-4bec-9784-d785c32d1359" providerId="ADAL" clId="{57863551-D81C-4809-93E9-163DB664E26C}" dt="2025-04-01T02:50:19.714" v="3725" actId="207"/>
        <pc:sldMkLst>
          <pc:docMk/>
          <pc:sldMk cId="3975716080" sldId="259"/>
        </pc:sldMkLst>
        <pc:spChg chg="add del mod">
          <ac:chgData name="JUAN SEBASTIAN MANRIQUE MORENO" userId="153ea414-08d7-4bec-9784-d785c32d1359" providerId="ADAL" clId="{57863551-D81C-4809-93E9-163DB664E26C}" dt="2025-04-01T02:50:03.421" v="3722" actId="478"/>
          <ac:spMkLst>
            <pc:docMk/>
            <pc:sldMk cId="3975716080" sldId="259"/>
            <ac:spMk id="4" creationId="{AAD4FECA-7BAC-EA76-1621-8E56739D5F09}"/>
          </ac:spMkLst>
        </pc:spChg>
        <pc:spChg chg="add del mod">
          <ac:chgData name="JUAN SEBASTIAN MANRIQUE MORENO" userId="153ea414-08d7-4bec-9784-d785c32d1359" providerId="ADAL" clId="{57863551-D81C-4809-93E9-163DB664E26C}" dt="2025-03-31T20:09:50.373" v="824" actId="478"/>
          <ac:spMkLst>
            <pc:docMk/>
            <pc:sldMk cId="3975716080" sldId="259"/>
            <ac:spMk id="5" creationId="{987F4FBD-BE37-FF82-776C-32DF526F9650}"/>
          </ac:spMkLst>
        </pc:spChg>
        <pc:spChg chg="add mod">
          <ac:chgData name="JUAN SEBASTIAN MANRIQUE MORENO" userId="153ea414-08d7-4bec-9784-d785c32d1359" providerId="ADAL" clId="{57863551-D81C-4809-93E9-163DB664E26C}" dt="2025-03-31T20:08:04.657" v="796"/>
          <ac:spMkLst>
            <pc:docMk/>
            <pc:sldMk cId="3975716080" sldId="259"/>
            <ac:spMk id="6" creationId="{53896682-E1D0-E92B-84AA-F6E4D56869B4}"/>
          </ac:spMkLst>
        </pc:spChg>
        <pc:spChg chg="add mod">
          <ac:chgData name="JUAN SEBASTIAN MANRIQUE MORENO" userId="153ea414-08d7-4bec-9784-d785c32d1359" providerId="ADAL" clId="{57863551-D81C-4809-93E9-163DB664E26C}" dt="2025-03-31T20:09:49.275" v="822" actId="20577"/>
          <ac:spMkLst>
            <pc:docMk/>
            <pc:sldMk cId="3975716080" sldId="259"/>
            <ac:spMk id="7" creationId="{821F60BE-EECC-6A75-DC90-BA23519CD34F}"/>
          </ac:spMkLst>
        </pc:spChg>
        <pc:spChg chg="add mod">
          <ac:chgData name="JUAN SEBASTIAN MANRIQUE MORENO" userId="153ea414-08d7-4bec-9784-d785c32d1359" providerId="ADAL" clId="{57863551-D81C-4809-93E9-163DB664E26C}" dt="2025-03-31T20:12:13.774" v="841" actId="14100"/>
          <ac:spMkLst>
            <pc:docMk/>
            <pc:sldMk cId="3975716080" sldId="259"/>
            <ac:spMk id="8" creationId="{282A7E4F-1A8E-9430-3B79-4D1447D8509C}"/>
          </ac:spMkLst>
        </pc:spChg>
        <pc:spChg chg="add mod">
          <ac:chgData name="JUAN SEBASTIAN MANRIQUE MORENO" userId="153ea414-08d7-4bec-9784-d785c32d1359" providerId="ADAL" clId="{57863551-D81C-4809-93E9-163DB664E26C}" dt="2025-03-31T20:13:38.872" v="847" actId="14100"/>
          <ac:spMkLst>
            <pc:docMk/>
            <pc:sldMk cId="3975716080" sldId="259"/>
            <ac:spMk id="9" creationId="{0FBD1982-A6A9-1484-038B-81BDB4F553C8}"/>
          </ac:spMkLst>
        </pc:spChg>
        <pc:spChg chg="add mod">
          <ac:chgData name="JUAN SEBASTIAN MANRIQUE MORENO" userId="153ea414-08d7-4bec-9784-d785c32d1359" providerId="ADAL" clId="{57863551-D81C-4809-93E9-163DB664E26C}" dt="2025-03-31T20:13:55.102" v="862" actId="14100"/>
          <ac:spMkLst>
            <pc:docMk/>
            <pc:sldMk cId="3975716080" sldId="259"/>
            <ac:spMk id="11" creationId="{FBF8708F-33EB-5A14-71FB-018B35ED2E46}"/>
          </ac:spMkLst>
        </pc:spChg>
        <pc:spChg chg="add del mod">
          <ac:chgData name="JUAN SEBASTIAN MANRIQUE MORENO" userId="153ea414-08d7-4bec-9784-d785c32d1359" providerId="ADAL" clId="{57863551-D81C-4809-93E9-163DB664E26C}" dt="2025-04-01T02:50:07.539" v="3723" actId="478"/>
          <ac:spMkLst>
            <pc:docMk/>
            <pc:sldMk cId="3975716080" sldId="259"/>
            <ac:spMk id="14" creationId="{497F019A-BCD6-41FB-6420-741B449587DC}"/>
          </ac:spMkLst>
        </pc:spChg>
        <pc:spChg chg="add mod">
          <ac:chgData name="JUAN SEBASTIAN MANRIQUE MORENO" userId="153ea414-08d7-4bec-9784-d785c32d1359" providerId="ADAL" clId="{57863551-D81C-4809-93E9-163DB664E26C}" dt="2025-04-01T02:50:19.714" v="3725" actId="207"/>
          <ac:spMkLst>
            <pc:docMk/>
            <pc:sldMk cId="3975716080" sldId="259"/>
            <ac:spMk id="15" creationId="{F8E129B7-9AAA-6D38-AC91-64627D985B4D}"/>
          </ac:spMkLst>
        </pc:spChg>
        <pc:picChg chg="del">
          <ac:chgData name="JUAN SEBASTIAN MANRIQUE MORENO" userId="153ea414-08d7-4bec-9784-d785c32d1359" providerId="ADAL" clId="{57863551-D81C-4809-93E9-163DB664E26C}" dt="2025-03-31T20:20:17.159" v="998" actId="478"/>
          <ac:picMkLst>
            <pc:docMk/>
            <pc:sldMk cId="3975716080" sldId="259"/>
            <ac:picMk id="10" creationId="{DF81738A-6406-2366-1E17-B3D1C6BF7BAE}"/>
          </ac:picMkLst>
        </pc:picChg>
        <pc:picChg chg="add mod modCrop">
          <ac:chgData name="JUAN SEBASTIAN MANRIQUE MORENO" userId="153ea414-08d7-4bec-9784-d785c32d1359" providerId="ADAL" clId="{57863551-D81C-4809-93E9-163DB664E26C}" dt="2025-03-31T20:21:06.285" v="1006" actId="1076"/>
          <ac:picMkLst>
            <pc:docMk/>
            <pc:sldMk cId="3975716080" sldId="259"/>
            <ac:picMk id="12" creationId="{CA1BBF2E-41B9-B2E2-A7C1-E846A0AD0B07}"/>
          </ac:picMkLst>
        </pc:picChg>
      </pc:sldChg>
      <pc:sldChg chg="delSp modSp add mod">
        <pc:chgData name="JUAN SEBASTIAN MANRIQUE MORENO" userId="153ea414-08d7-4bec-9784-d785c32d1359" providerId="ADAL" clId="{57863551-D81C-4809-93E9-163DB664E26C}" dt="2025-03-31T20:32:52.558" v="1382" actId="2711"/>
        <pc:sldMkLst>
          <pc:docMk/>
          <pc:sldMk cId="521501040" sldId="260"/>
        </pc:sldMkLst>
        <pc:spChg chg="mod">
          <ac:chgData name="JUAN SEBASTIAN MANRIQUE MORENO" userId="153ea414-08d7-4bec-9784-d785c32d1359" providerId="ADAL" clId="{57863551-D81C-4809-93E9-163DB664E26C}" dt="2025-03-31T20:21:59.320" v="1057" actId="20577"/>
          <ac:spMkLst>
            <pc:docMk/>
            <pc:sldMk cId="521501040" sldId="260"/>
            <ac:spMk id="2" creationId="{9C1A149B-ED93-834F-86BC-59262557EDFE}"/>
          </ac:spMkLst>
        </pc:spChg>
        <pc:spChg chg="mod">
          <ac:chgData name="JUAN SEBASTIAN MANRIQUE MORENO" userId="153ea414-08d7-4bec-9784-d785c32d1359" providerId="ADAL" clId="{57863551-D81C-4809-93E9-163DB664E26C}" dt="2025-03-31T20:32:52.558" v="1382" actId="2711"/>
          <ac:spMkLst>
            <pc:docMk/>
            <pc:sldMk cId="521501040" sldId="260"/>
            <ac:spMk id="4" creationId="{4F42FE18-D9D5-EC9C-5853-CA8C39C7DC70}"/>
          </ac:spMkLst>
        </pc:spChg>
        <pc:spChg chg="del">
          <ac:chgData name="JUAN SEBASTIAN MANRIQUE MORENO" userId="153ea414-08d7-4bec-9784-d785c32d1359" providerId="ADAL" clId="{57863551-D81C-4809-93E9-163DB664E26C}" dt="2025-03-31T20:21:20.932" v="1008" actId="478"/>
          <ac:spMkLst>
            <pc:docMk/>
            <pc:sldMk cId="521501040" sldId="260"/>
            <ac:spMk id="11" creationId="{AD7C5675-8235-97C7-E9A7-71F10F44E2C8}"/>
          </ac:spMkLst>
        </pc:spChg>
        <pc:picChg chg="mod modCrop">
          <ac:chgData name="JUAN SEBASTIAN MANRIQUE MORENO" userId="153ea414-08d7-4bec-9784-d785c32d1359" providerId="ADAL" clId="{57863551-D81C-4809-93E9-163DB664E26C}" dt="2025-03-31T20:32:32.103" v="1347" actId="1076"/>
          <ac:picMkLst>
            <pc:docMk/>
            <pc:sldMk cId="521501040" sldId="260"/>
            <ac:picMk id="12" creationId="{1A39A1FA-2ACD-EE7F-3AFC-AE8816DEC3D4}"/>
          </ac:picMkLst>
        </pc:picChg>
      </pc:sldChg>
      <pc:sldChg chg="modSp new del mod">
        <pc:chgData name="JUAN SEBASTIAN MANRIQUE MORENO" userId="153ea414-08d7-4bec-9784-d785c32d1359" providerId="ADAL" clId="{57863551-D81C-4809-93E9-163DB664E26C}" dt="2025-03-31T20:18:35.213" v="985" actId="47"/>
        <pc:sldMkLst>
          <pc:docMk/>
          <pc:sldMk cId="2531230432" sldId="260"/>
        </pc:sldMkLst>
        <pc:spChg chg="mod">
          <ac:chgData name="JUAN SEBASTIAN MANRIQUE MORENO" userId="153ea414-08d7-4bec-9784-d785c32d1359" providerId="ADAL" clId="{57863551-D81C-4809-93E9-163DB664E26C}" dt="2025-03-31T20:17:53.853" v="933" actId="20577"/>
          <ac:spMkLst>
            <pc:docMk/>
            <pc:sldMk cId="2531230432" sldId="260"/>
            <ac:spMk id="2" creationId="{8A2271F9-E3B7-48D3-D08F-3DA96FDAA784}"/>
          </ac:spMkLst>
        </pc:spChg>
        <pc:spChg chg="mod">
          <ac:chgData name="JUAN SEBASTIAN MANRIQUE MORENO" userId="153ea414-08d7-4bec-9784-d785c32d1359" providerId="ADAL" clId="{57863551-D81C-4809-93E9-163DB664E26C}" dt="2025-03-31T20:18:07.628" v="984" actId="20577"/>
          <ac:spMkLst>
            <pc:docMk/>
            <pc:sldMk cId="2531230432" sldId="260"/>
            <ac:spMk id="4" creationId="{0EC5FD40-AE95-BC16-A882-A54231489C84}"/>
          </ac:spMkLst>
        </pc:spChg>
      </pc:sldChg>
      <pc:sldChg chg="new del">
        <pc:chgData name="JUAN SEBASTIAN MANRIQUE MORENO" userId="153ea414-08d7-4bec-9784-d785c32d1359" providerId="ADAL" clId="{57863551-D81C-4809-93E9-163DB664E26C}" dt="2025-03-31T20:16:33.513" v="867" actId="680"/>
        <pc:sldMkLst>
          <pc:docMk/>
          <pc:sldMk cId="3803936646" sldId="260"/>
        </pc:sldMkLst>
      </pc:sldChg>
      <pc:sldChg chg="new del">
        <pc:chgData name="JUAN SEBASTIAN MANRIQUE MORENO" userId="153ea414-08d7-4bec-9784-d785c32d1359" providerId="ADAL" clId="{57863551-D81C-4809-93E9-163DB664E26C}" dt="2025-03-31T20:16:09.456" v="865" actId="680"/>
        <pc:sldMkLst>
          <pc:docMk/>
          <pc:sldMk cId="4023612237" sldId="260"/>
        </pc:sldMkLst>
      </pc:sldChg>
      <pc:sldChg chg="modSp add mod">
        <pc:chgData name="JUAN SEBASTIAN MANRIQUE MORENO" userId="153ea414-08d7-4bec-9784-d785c32d1359" providerId="ADAL" clId="{57863551-D81C-4809-93E9-163DB664E26C}" dt="2025-03-31T20:41:08.779" v="2082" actId="2711"/>
        <pc:sldMkLst>
          <pc:docMk/>
          <pc:sldMk cId="2169704480" sldId="261"/>
        </pc:sldMkLst>
        <pc:spChg chg="mod">
          <ac:chgData name="JUAN SEBASTIAN MANRIQUE MORENO" userId="153ea414-08d7-4bec-9784-d785c32d1359" providerId="ADAL" clId="{57863551-D81C-4809-93E9-163DB664E26C}" dt="2025-03-31T20:33:47.401" v="1410" actId="20577"/>
          <ac:spMkLst>
            <pc:docMk/>
            <pc:sldMk cId="2169704480" sldId="261"/>
            <ac:spMk id="2" creationId="{7D095D0E-378F-CFD2-BF8B-CB018E1F04D3}"/>
          </ac:spMkLst>
        </pc:spChg>
        <pc:spChg chg="mod">
          <ac:chgData name="JUAN SEBASTIAN MANRIQUE MORENO" userId="153ea414-08d7-4bec-9784-d785c32d1359" providerId="ADAL" clId="{57863551-D81C-4809-93E9-163DB664E26C}" dt="2025-03-31T20:41:08.779" v="2082" actId="2711"/>
          <ac:spMkLst>
            <pc:docMk/>
            <pc:sldMk cId="2169704480" sldId="261"/>
            <ac:spMk id="4" creationId="{491ADB05-9B06-BA07-DE3A-E5C70AA4FF38}"/>
          </ac:spMkLst>
        </pc:spChg>
        <pc:picChg chg="mod modCrop">
          <ac:chgData name="JUAN SEBASTIAN MANRIQUE MORENO" userId="153ea414-08d7-4bec-9784-d785c32d1359" providerId="ADAL" clId="{57863551-D81C-4809-93E9-163DB664E26C}" dt="2025-03-31T20:33:36.713" v="1384" actId="732"/>
          <ac:picMkLst>
            <pc:docMk/>
            <pc:sldMk cId="2169704480" sldId="261"/>
            <ac:picMk id="12" creationId="{17CE52EA-415F-311D-94DC-1AF5AF0CD9FC}"/>
          </ac:picMkLst>
        </pc:picChg>
      </pc:sldChg>
      <pc:sldChg chg="add del">
        <pc:chgData name="JUAN SEBASTIAN MANRIQUE MORENO" userId="153ea414-08d7-4bec-9784-d785c32d1359" providerId="ADAL" clId="{57863551-D81C-4809-93E9-163DB664E26C}" dt="2025-04-01T14:02:08.953" v="3977" actId="47"/>
        <pc:sldMkLst>
          <pc:docMk/>
          <pc:sldMk cId="4288640070" sldId="262"/>
        </pc:sldMkLst>
      </pc:sldChg>
      <pc:sldChg chg="modSp add mod">
        <pc:chgData name="JUAN SEBASTIAN MANRIQUE MORENO" userId="153ea414-08d7-4bec-9784-d785c32d1359" providerId="ADAL" clId="{57863551-D81C-4809-93E9-163DB664E26C}" dt="2025-04-01T02:43:34.508" v="2633" actId="2711"/>
        <pc:sldMkLst>
          <pc:docMk/>
          <pc:sldMk cId="536317079" sldId="263"/>
        </pc:sldMkLst>
        <pc:spChg chg="mod">
          <ac:chgData name="JUAN SEBASTIAN MANRIQUE MORENO" userId="153ea414-08d7-4bec-9784-d785c32d1359" providerId="ADAL" clId="{57863551-D81C-4809-93E9-163DB664E26C}" dt="2025-03-31T20:48:37.257" v="2111" actId="2711"/>
          <ac:spMkLst>
            <pc:docMk/>
            <pc:sldMk cId="536317079" sldId="263"/>
            <ac:spMk id="2" creationId="{0ABBA371-6E5D-10A5-2082-E5935799AAA7}"/>
          </ac:spMkLst>
        </pc:spChg>
        <pc:spChg chg="mod">
          <ac:chgData name="JUAN SEBASTIAN MANRIQUE MORENO" userId="153ea414-08d7-4bec-9784-d785c32d1359" providerId="ADAL" clId="{57863551-D81C-4809-93E9-163DB664E26C}" dt="2025-04-01T02:43:34.508" v="2633" actId="2711"/>
          <ac:spMkLst>
            <pc:docMk/>
            <pc:sldMk cId="536317079" sldId="263"/>
            <ac:spMk id="4" creationId="{93401285-950E-5189-A9F1-05D6DB7FC4B0}"/>
          </ac:spMkLst>
        </pc:spChg>
        <pc:picChg chg="mod modCrop">
          <ac:chgData name="JUAN SEBASTIAN MANRIQUE MORENO" userId="153ea414-08d7-4bec-9784-d785c32d1359" providerId="ADAL" clId="{57863551-D81C-4809-93E9-163DB664E26C}" dt="2025-03-31T20:48:59.352" v="2113" actId="18131"/>
          <ac:picMkLst>
            <pc:docMk/>
            <pc:sldMk cId="536317079" sldId="263"/>
            <ac:picMk id="12" creationId="{A4ABD50C-221D-6B71-EE6F-E51D7D47EE66}"/>
          </ac:picMkLst>
        </pc:picChg>
      </pc:sldChg>
      <pc:sldChg chg="modSp add mod">
        <pc:chgData name="JUAN SEBASTIAN MANRIQUE MORENO" userId="153ea414-08d7-4bec-9784-d785c32d1359" providerId="ADAL" clId="{57863551-D81C-4809-93E9-163DB664E26C}" dt="2025-04-01T02:46:56.244" v="3185" actId="2711"/>
        <pc:sldMkLst>
          <pc:docMk/>
          <pc:sldMk cId="1330685348" sldId="266"/>
        </pc:sldMkLst>
        <pc:spChg chg="mod">
          <ac:chgData name="JUAN SEBASTIAN MANRIQUE MORENO" userId="153ea414-08d7-4bec-9784-d785c32d1359" providerId="ADAL" clId="{57863551-D81C-4809-93E9-163DB664E26C}" dt="2025-04-01T02:44:42.326" v="2674" actId="6549"/>
          <ac:spMkLst>
            <pc:docMk/>
            <pc:sldMk cId="1330685348" sldId="266"/>
            <ac:spMk id="2" creationId="{C807A58A-F78F-9F69-77F4-EE6EE509D283}"/>
          </ac:spMkLst>
        </pc:spChg>
        <pc:spChg chg="mod">
          <ac:chgData name="JUAN SEBASTIAN MANRIQUE MORENO" userId="153ea414-08d7-4bec-9784-d785c32d1359" providerId="ADAL" clId="{57863551-D81C-4809-93E9-163DB664E26C}" dt="2025-04-01T02:46:56.244" v="3185" actId="2711"/>
          <ac:spMkLst>
            <pc:docMk/>
            <pc:sldMk cId="1330685348" sldId="266"/>
            <ac:spMk id="4" creationId="{6E6D1AC4-0410-FB1B-4E70-22EA4C27283F}"/>
          </ac:spMkLst>
        </pc:spChg>
        <pc:picChg chg="mod modCrop">
          <ac:chgData name="JUAN SEBASTIAN MANRIQUE MORENO" userId="153ea414-08d7-4bec-9784-d785c32d1359" providerId="ADAL" clId="{57863551-D81C-4809-93E9-163DB664E26C}" dt="2025-04-01T02:44:29.610" v="2638" actId="1076"/>
          <ac:picMkLst>
            <pc:docMk/>
            <pc:sldMk cId="1330685348" sldId="266"/>
            <ac:picMk id="12" creationId="{2C6051A3-0505-DB76-B03E-3614CBF7992D}"/>
          </ac:picMkLst>
        </pc:picChg>
      </pc:sldChg>
      <pc:sldChg chg="modSp add mod">
        <pc:chgData name="JUAN SEBASTIAN MANRIQUE MORENO" userId="153ea414-08d7-4bec-9784-d785c32d1359" providerId="ADAL" clId="{57863551-D81C-4809-93E9-163DB664E26C}" dt="2025-04-01T02:49:28.907" v="3721" actId="1076"/>
        <pc:sldMkLst>
          <pc:docMk/>
          <pc:sldMk cId="4247436334" sldId="267"/>
        </pc:sldMkLst>
        <pc:spChg chg="mod">
          <ac:chgData name="JUAN SEBASTIAN MANRIQUE MORENO" userId="153ea414-08d7-4bec-9784-d785c32d1359" providerId="ADAL" clId="{57863551-D81C-4809-93E9-163DB664E26C}" dt="2025-04-01T02:47:11.255" v="3201" actId="20577"/>
          <ac:spMkLst>
            <pc:docMk/>
            <pc:sldMk cId="4247436334" sldId="267"/>
            <ac:spMk id="2" creationId="{30CEC8C3-AE38-5078-D070-7EBF37263FF0}"/>
          </ac:spMkLst>
        </pc:spChg>
        <pc:spChg chg="mod">
          <ac:chgData name="JUAN SEBASTIAN MANRIQUE MORENO" userId="153ea414-08d7-4bec-9784-d785c32d1359" providerId="ADAL" clId="{57863551-D81C-4809-93E9-163DB664E26C}" dt="2025-04-01T02:49:03.402" v="3718" actId="114"/>
          <ac:spMkLst>
            <pc:docMk/>
            <pc:sldMk cId="4247436334" sldId="267"/>
            <ac:spMk id="4" creationId="{DF443DB5-FB2A-5AC7-84C6-40D4400A5CDE}"/>
          </ac:spMkLst>
        </pc:spChg>
        <pc:picChg chg="mod modCrop">
          <ac:chgData name="JUAN SEBASTIAN MANRIQUE MORENO" userId="153ea414-08d7-4bec-9784-d785c32d1359" providerId="ADAL" clId="{57863551-D81C-4809-93E9-163DB664E26C}" dt="2025-04-01T02:49:28.907" v="3721" actId="1076"/>
          <ac:picMkLst>
            <pc:docMk/>
            <pc:sldMk cId="4247436334" sldId="267"/>
            <ac:picMk id="12" creationId="{E71BC17E-D44D-600B-7DF0-46919831FEEF}"/>
          </ac:picMkLst>
        </pc:picChg>
      </pc:sldChg>
      <pc:sldChg chg="addSp delSp modSp new mod modTransition setBg">
        <pc:chgData name="JUAN SEBASTIAN MANRIQUE MORENO" userId="153ea414-08d7-4bec-9784-d785c32d1359" providerId="ADAL" clId="{57863551-D81C-4809-93E9-163DB664E26C}" dt="2025-04-01T13:08:46.936" v="3949" actId="20577"/>
        <pc:sldMkLst>
          <pc:docMk/>
          <pc:sldMk cId="2181729540" sldId="269"/>
        </pc:sldMkLst>
        <pc:spChg chg="mod">
          <ac:chgData name="JUAN SEBASTIAN MANRIQUE MORENO" userId="153ea414-08d7-4bec-9784-d785c32d1359" providerId="ADAL" clId="{57863551-D81C-4809-93E9-163DB664E26C}" dt="2025-04-01T03:27:01.027" v="3936" actId="20577"/>
          <ac:spMkLst>
            <pc:docMk/>
            <pc:sldMk cId="2181729540" sldId="269"/>
            <ac:spMk id="2" creationId="{2A6AD40D-8FFE-DF11-B45E-877C540E9FF5}"/>
          </ac:spMkLst>
        </pc:spChg>
        <pc:spChg chg="del mod">
          <ac:chgData name="JUAN SEBASTIAN MANRIQUE MORENO" userId="153ea414-08d7-4bec-9784-d785c32d1359" providerId="ADAL" clId="{57863551-D81C-4809-93E9-163DB664E26C}" dt="2025-04-01T03:20:28.882" v="3802" actId="931"/>
          <ac:spMkLst>
            <pc:docMk/>
            <pc:sldMk cId="2181729540" sldId="269"/>
            <ac:spMk id="3" creationId="{DAA6B991-1C87-4AB2-2F40-AF37B8B0F461}"/>
          </ac:spMkLst>
        </pc:spChg>
        <pc:spChg chg="mod">
          <ac:chgData name="JUAN SEBASTIAN MANRIQUE MORENO" userId="153ea414-08d7-4bec-9784-d785c32d1359" providerId="ADAL" clId="{57863551-D81C-4809-93E9-163DB664E26C}" dt="2025-04-01T13:08:46.936" v="3949" actId="20577"/>
          <ac:spMkLst>
            <pc:docMk/>
            <pc:sldMk cId="2181729540" sldId="269"/>
            <ac:spMk id="4" creationId="{40B1C684-1A94-9651-7729-54536156B212}"/>
          </ac:spMkLst>
        </pc:spChg>
        <pc:spChg chg="add del">
          <ac:chgData name="JUAN SEBASTIAN MANRIQUE MORENO" userId="153ea414-08d7-4bec-9784-d785c32d1359" providerId="ADAL" clId="{57863551-D81C-4809-93E9-163DB664E26C}" dt="2025-04-01T03:20:35.748" v="3806" actId="26606"/>
          <ac:spMkLst>
            <pc:docMk/>
            <pc:sldMk cId="2181729540" sldId="269"/>
            <ac:spMk id="11" creationId="{0288C6B4-AFC3-407F-A595-EFFD38D4CCAF}"/>
          </ac:spMkLst>
        </pc:spChg>
        <pc:spChg chg="add del">
          <ac:chgData name="JUAN SEBASTIAN MANRIQUE MORENO" userId="153ea414-08d7-4bec-9784-d785c32d1359" providerId="ADAL" clId="{57863551-D81C-4809-93E9-163DB664E26C}" dt="2025-04-01T03:20:35.748" v="3806" actId="26606"/>
          <ac:spMkLst>
            <pc:docMk/>
            <pc:sldMk cId="2181729540" sldId="269"/>
            <ac:spMk id="13" creationId="{CF236821-17FE-429B-8D2C-08E13A64EA40}"/>
          </ac:spMkLst>
        </pc:spChg>
        <pc:spChg chg="add del">
          <ac:chgData name="JUAN SEBASTIAN MANRIQUE MORENO" userId="153ea414-08d7-4bec-9784-d785c32d1359" providerId="ADAL" clId="{57863551-D81C-4809-93E9-163DB664E26C}" dt="2025-04-01T03:20:35.748" v="3806" actId="26606"/>
          <ac:spMkLst>
            <pc:docMk/>
            <pc:sldMk cId="2181729540" sldId="269"/>
            <ac:spMk id="15" creationId="{C0BDBCD2-E081-43AB-9119-C55465E59757}"/>
          </ac:spMkLst>
        </pc:spChg>
        <pc:spChg chg="add del">
          <ac:chgData name="JUAN SEBASTIAN MANRIQUE MORENO" userId="153ea414-08d7-4bec-9784-d785c32d1359" providerId="ADAL" clId="{57863551-D81C-4809-93E9-163DB664E26C}" dt="2025-04-01T03:20:35.748" v="3806" actId="26606"/>
          <ac:spMkLst>
            <pc:docMk/>
            <pc:sldMk cId="2181729540" sldId="269"/>
            <ac:spMk id="17" creationId="{98E79BE4-34FE-485A-98A5-92CE8F7C4743}"/>
          </ac:spMkLst>
        </pc:spChg>
        <pc:spChg chg="add del">
          <ac:chgData name="JUAN SEBASTIAN MANRIQUE MORENO" userId="153ea414-08d7-4bec-9784-d785c32d1359" providerId="ADAL" clId="{57863551-D81C-4809-93E9-163DB664E26C}" dt="2025-04-01T03:20:35.748" v="3806" actId="26606"/>
          <ac:spMkLst>
            <pc:docMk/>
            <pc:sldMk cId="2181729540" sldId="269"/>
            <ac:spMk id="19" creationId="{7A5F0580-5EE9-419F-96EE-B6529EF6E7D0}"/>
          </ac:spMkLst>
        </pc:spChg>
        <pc:picChg chg="add mod ord">
          <ac:chgData name="JUAN SEBASTIAN MANRIQUE MORENO" userId="153ea414-08d7-4bec-9784-d785c32d1359" providerId="ADAL" clId="{57863551-D81C-4809-93E9-163DB664E26C}" dt="2025-04-01T03:20:35.748" v="3806" actId="26606"/>
          <ac:picMkLst>
            <pc:docMk/>
            <pc:sldMk cId="2181729540" sldId="269"/>
            <ac:picMk id="6" creationId="{5C860D65-C9BD-F8CA-87DE-B776E69797BD}"/>
          </ac:picMkLst>
        </pc:picChg>
      </pc:sldChg>
      <pc:sldChg chg="modSp add mod modTransition">
        <pc:chgData name="JUAN SEBASTIAN MANRIQUE MORENO" userId="153ea414-08d7-4bec-9784-d785c32d1359" providerId="ADAL" clId="{57863551-D81C-4809-93E9-163DB664E26C}" dt="2025-04-01T03:27:47.932" v="3945"/>
        <pc:sldMkLst>
          <pc:docMk/>
          <pc:sldMk cId="623964745" sldId="270"/>
        </pc:sldMkLst>
        <pc:spChg chg="mod">
          <ac:chgData name="JUAN SEBASTIAN MANRIQUE MORENO" userId="153ea414-08d7-4bec-9784-d785c32d1359" providerId="ADAL" clId="{57863551-D81C-4809-93E9-163DB664E26C}" dt="2025-04-01T03:27:14.162" v="3942" actId="20577"/>
          <ac:spMkLst>
            <pc:docMk/>
            <pc:sldMk cId="623964745" sldId="270"/>
            <ac:spMk id="2" creationId="{E22C94B2-3F3A-A0C9-DCF8-823ED0E7205E}"/>
          </ac:spMkLst>
        </pc:spChg>
        <pc:picChg chg="mod">
          <ac:chgData name="JUAN SEBASTIAN MANRIQUE MORENO" userId="153ea414-08d7-4bec-9784-d785c32d1359" providerId="ADAL" clId="{57863551-D81C-4809-93E9-163DB664E26C}" dt="2025-04-01T03:27:29.346" v="3943" actId="14826"/>
          <ac:picMkLst>
            <pc:docMk/>
            <pc:sldMk cId="623964745" sldId="270"/>
            <ac:picMk id="6" creationId="{B2B42B3C-622A-3E2B-0936-0CD305AFC541}"/>
          </ac:picMkLst>
        </pc:picChg>
      </pc:sldChg>
      <pc:sldChg chg="new del">
        <pc:chgData name="JUAN SEBASTIAN MANRIQUE MORENO" userId="153ea414-08d7-4bec-9784-d785c32d1359" providerId="ADAL" clId="{57863551-D81C-4809-93E9-163DB664E26C}" dt="2025-04-01T03:21:23.620" v="3816" actId="47"/>
        <pc:sldMkLst>
          <pc:docMk/>
          <pc:sldMk cId="2398264713" sldId="270"/>
        </pc:sldMkLst>
      </pc:sldChg>
      <pc:sldChg chg="modSp add mod modTransition">
        <pc:chgData name="JUAN SEBASTIAN MANRIQUE MORENO" userId="153ea414-08d7-4bec-9784-d785c32d1359" providerId="ADAL" clId="{57863551-D81C-4809-93E9-163DB664E26C}" dt="2025-04-01T03:27:47.932" v="3945"/>
        <pc:sldMkLst>
          <pc:docMk/>
          <pc:sldMk cId="741985756" sldId="271"/>
        </pc:sldMkLst>
        <pc:spChg chg="mod">
          <ac:chgData name="JUAN SEBASTIAN MANRIQUE MORENO" userId="153ea414-08d7-4bec-9784-d785c32d1359" providerId="ADAL" clId="{57863551-D81C-4809-93E9-163DB664E26C}" dt="2025-04-01T03:27:10.629" v="3940" actId="20577"/>
          <ac:spMkLst>
            <pc:docMk/>
            <pc:sldMk cId="741985756" sldId="271"/>
            <ac:spMk id="2" creationId="{A6503FB8-4E8E-1EB9-8256-FA999F0AB410}"/>
          </ac:spMkLst>
        </pc:spChg>
        <pc:picChg chg="mod">
          <ac:chgData name="JUAN SEBASTIAN MANRIQUE MORENO" userId="153ea414-08d7-4bec-9784-d785c32d1359" providerId="ADAL" clId="{57863551-D81C-4809-93E9-163DB664E26C}" dt="2025-04-01T03:27:36.713" v="3944" actId="14826"/>
          <ac:picMkLst>
            <pc:docMk/>
            <pc:sldMk cId="741985756" sldId="271"/>
            <ac:picMk id="6" creationId="{8B27D432-5BA5-B708-E5A4-7A3639D5AAA3}"/>
          </ac:picMkLst>
        </pc:picChg>
      </pc:sldChg>
      <pc:sldChg chg="modSp new mod modTransition">
        <pc:chgData name="JUAN SEBASTIAN MANRIQUE MORENO" userId="153ea414-08d7-4bec-9784-d785c32d1359" providerId="ADAL" clId="{57863551-D81C-4809-93E9-163DB664E26C}" dt="2025-04-01T03:27:47.932" v="3945"/>
        <pc:sldMkLst>
          <pc:docMk/>
          <pc:sldMk cId="3435819545" sldId="272"/>
        </pc:sldMkLst>
        <pc:spChg chg="mod">
          <ac:chgData name="JUAN SEBASTIAN MANRIQUE MORENO" userId="153ea414-08d7-4bec-9784-d785c32d1359" providerId="ADAL" clId="{57863551-D81C-4809-93E9-163DB664E26C}" dt="2025-04-01T03:21:56.659" v="3859" actId="113"/>
          <ac:spMkLst>
            <pc:docMk/>
            <pc:sldMk cId="3435819545" sldId="272"/>
            <ac:spMk id="2" creationId="{DA01F028-0805-DECD-B7D0-39D417293959}"/>
          </ac:spMkLst>
        </pc:spChg>
        <pc:spChg chg="mod">
          <ac:chgData name="JUAN SEBASTIAN MANRIQUE MORENO" userId="153ea414-08d7-4bec-9784-d785c32d1359" providerId="ADAL" clId="{57863551-D81C-4809-93E9-163DB664E26C}" dt="2025-04-01T03:23:08.388" v="3935" actId="2711"/>
          <ac:spMkLst>
            <pc:docMk/>
            <pc:sldMk cId="3435819545" sldId="272"/>
            <ac:spMk id="3" creationId="{CB20C300-1B2B-5218-2FB9-CDBA3218B412}"/>
          </ac:spMkLst>
        </pc:spChg>
      </pc:sldChg>
      <pc:sldChg chg="modSp mod">
        <pc:chgData name="JUAN SEBASTIAN MANRIQUE MORENO" userId="153ea414-08d7-4bec-9784-d785c32d1359" providerId="ADAL" clId="{57863551-D81C-4809-93E9-163DB664E26C}" dt="2025-04-01T13:08:38.273" v="3948" actId="2711"/>
        <pc:sldMkLst>
          <pc:docMk/>
          <pc:sldMk cId="4103589514" sldId="273"/>
        </pc:sldMkLst>
        <pc:spChg chg="mod">
          <ac:chgData name="JUAN SEBASTIAN MANRIQUE MORENO" userId="153ea414-08d7-4bec-9784-d785c32d1359" providerId="ADAL" clId="{57863551-D81C-4809-93E9-163DB664E26C}" dt="2025-04-01T13:08:38.273" v="3948" actId="2711"/>
          <ac:spMkLst>
            <pc:docMk/>
            <pc:sldMk cId="4103589514" sldId="273"/>
            <ac:spMk id="4" creationId="{0E8F7C61-2CE6-673F-6B08-14D40D45673C}"/>
          </ac:spMkLst>
        </pc:spChg>
      </pc:sldChg>
      <pc:sldChg chg="modSp mod">
        <pc:chgData name="JUAN SEBASTIAN MANRIQUE MORENO" userId="153ea414-08d7-4bec-9784-d785c32d1359" providerId="ADAL" clId="{57863551-D81C-4809-93E9-163DB664E26C}" dt="2025-04-01T13:09:11.747" v="3951" actId="2711"/>
        <pc:sldMkLst>
          <pc:docMk/>
          <pc:sldMk cId="2395753226" sldId="274"/>
        </pc:sldMkLst>
        <pc:spChg chg="mod">
          <ac:chgData name="JUAN SEBASTIAN MANRIQUE MORENO" userId="153ea414-08d7-4bec-9784-d785c32d1359" providerId="ADAL" clId="{57863551-D81C-4809-93E9-163DB664E26C}" dt="2025-04-01T13:09:11.747" v="3951" actId="2711"/>
          <ac:spMkLst>
            <pc:docMk/>
            <pc:sldMk cId="2395753226" sldId="274"/>
            <ac:spMk id="4" creationId="{596009A7-B9CE-296A-47BA-CC58BE3CFF6C}"/>
          </ac:spMkLst>
        </pc:spChg>
      </pc:sldChg>
      <pc:sldChg chg="new del">
        <pc:chgData name="JUAN SEBASTIAN MANRIQUE MORENO" userId="153ea414-08d7-4bec-9784-d785c32d1359" providerId="ADAL" clId="{57863551-D81C-4809-93E9-163DB664E26C}" dt="2025-04-01T13:57:38.251" v="3953" actId="47"/>
        <pc:sldMkLst>
          <pc:docMk/>
          <pc:sldMk cId="2937639855" sldId="276"/>
        </pc:sldMkLst>
      </pc:sldChg>
      <pc:sldChg chg="delSp modSp new mod">
        <pc:chgData name="JUAN SEBASTIAN MANRIQUE MORENO" userId="153ea414-08d7-4bec-9784-d785c32d1359" providerId="ADAL" clId="{57863551-D81C-4809-93E9-163DB664E26C}" dt="2025-04-01T13:58:41.541" v="3976" actId="1076"/>
        <pc:sldMkLst>
          <pc:docMk/>
          <pc:sldMk cId="3666519373" sldId="276"/>
        </pc:sldMkLst>
        <pc:spChg chg="mod">
          <ac:chgData name="JUAN SEBASTIAN MANRIQUE MORENO" userId="153ea414-08d7-4bec-9784-d785c32d1359" providerId="ADAL" clId="{57863551-D81C-4809-93E9-163DB664E26C}" dt="2025-04-01T13:58:41.541" v="3976" actId="1076"/>
          <ac:spMkLst>
            <pc:docMk/>
            <pc:sldMk cId="3666519373" sldId="276"/>
            <ac:spMk id="2" creationId="{F63366D9-E09C-40CB-341C-CB608BC80558}"/>
          </ac:spMkLst>
        </pc:spChg>
        <pc:spChg chg="del">
          <ac:chgData name="JUAN SEBASTIAN MANRIQUE MORENO" userId="153ea414-08d7-4bec-9784-d785c32d1359" providerId="ADAL" clId="{57863551-D81C-4809-93E9-163DB664E26C}" dt="2025-04-01T13:58:11.194" v="3966" actId="478"/>
          <ac:spMkLst>
            <pc:docMk/>
            <pc:sldMk cId="3666519373" sldId="276"/>
            <ac:spMk id="3" creationId="{6B6FDFFB-1126-7E5D-90F9-3CD30C58267D}"/>
          </ac:spMkLst>
        </pc:spChg>
      </pc:sldChg>
    </pc:docChg>
  </pc:docChgLst>
  <pc:docChgLst>
    <pc:chgData name="ISSABELA DEL PILAR ORTIZ" userId="S::idel_pinaro@udistrital.edu.co::380b4838-460c-4ab8-9b95-b7e4b0c3b02e" providerId="AD" clId="Web-{85A6565A-B48A-3F55-C199-8BA8CCF16971}"/>
    <pc:docChg chg="addSld delSld modSld">
      <pc:chgData name="ISSABELA DEL PILAR ORTIZ" userId="S::idel_pinaro@udistrital.edu.co::380b4838-460c-4ab8-9b95-b7e4b0c3b02e" providerId="AD" clId="Web-{85A6565A-B48A-3F55-C199-8BA8CCF16971}" dt="2025-04-01T05:26:23.931" v="360" actId="20577"/>
      <pc:docMkLst>
        <pc:docMk/>
      </pc:docMkLst>
      <pc:sldChg chg="addSp delSp modSp">
        <pc:chgData name="ISSABELA DEL PILAR ORTIZ" userId="S::idel_pinaro@udistrital.edu.co::380b4838-460c-4ab8-9b95-b7e4b0c3b02e" providerId="AD" clId="Web-{85A6565A-B48A-3F55-C199-8BA8CCF16971}" dt="2025-04-01T05:26:23.931" v="360" actId="20577"/>
        <pc:sldMkLst>
          <pc:docMk/>
          <pc:sldMk cId="2181729540" sldId="269"/>
        </pc:sldMkLst>
        <pc:spChg chg="mod">
          <ac:chgData name="ISSABELA DEL PILAR ORTIZ" userId="S::idel_pinaro@udistrital.edu.co::380b4838-460c-4ab8-9b95-b7e4b0c3b02e" providerId="AD" clId="Web-{85A6565A-B48A-3F55-C199-8BA8CCF16971}" dt="2025-04-01T05:07:54.815" v="193" actId="20577"/>
          <ac:spMkLst>
            <pc:docMk/>
            <pc:sldMk cId="2181729540" sldId="269"/>
            <ac:spMk id="2" creationId="{2A6AD40D-8FFE-DF11-B45E-877C540E9FF5}"/>
          </ac:spMkLst>
        </pc:spChg>
        <pc:spChg chg="mod">
          <ac:chgData name="ISSABELA DEL PILAR ORTIZ" userId="S::idel_pinaro@udistrital.edu.co::380b4838-460c-4ab8-9b95-b7e4b0c3b02e" providerId="AD" clId="Web-{85A6565A-B48A-3F55-C199-8BA8CCF16971}" dt="2025-04-01T05:26:23.931" v="360" actId="20577"/>
          <ac:spMkLst>
            <pc:docMk/>
            <pc:sldMk cId="2181729540" sldId="269"/>
            <ac:spMk id="4" creationId="{40B1C684-1A94-9651-7729-54536156B212}"/>
          </ac:spMkLst>
        </pc:spChg>
        <pc:picChg chg="add mod">
          <ac:chgData name="ISSABELA DEL PILAR ORTIZ" userId="S::idel_pinaro@udistrital.edu.co::380b4838-460c-4ab8-9b95-b7e4b0c3b02e" providerId="AD" clId="Web-{85A6565A-B48A-3F55-C199-8BA8CCF16971}" dt="2025-04-01T05:23:08.435" v="346" actId="14100"/>
          <ac:picMkLst>
            <pc:docMk/>
            <pc:sldMk cId="2181729540" sldId="269"/>
            <ac:picMk id="3" creationId="{A3A19C7D-7F59-813C-F144-41DFF7F51A3C}"/>
          </ac:picMkLst>
        </pc:picChg>
        <pc:picChg chg="add del mod">
          <ac:chgData name="ISSABELA DEL PILAR ORTIZ" userId="S::idel_pinaro@udistrital.edu.co::380b4838-460c-4ab8-9b95-b7e4b0c3b02e" providerId="AD" clId="Web-{85A6565A-B48A-3F55-C199-8BA8CCF16971}" dt="2025-04-01T05:10:07.105" v="205"/>
          <ac:picMkLst>
            <pc:docMk/>
            <pc:sldMk cId="2181729540" sldId="269"/>
            <ac:picMk id="5" creationId="{DC25D700-DD8B-03D2-CA87-D371E3268877}"/>
          </ac:picMkLst>
        </pc:picChg>
        <pc:picChg chg="mod">
          <ac:chgData name="ISSABELA DEL PILAR ORTIZ" userId="S::idel_pinaro@udistrital.edu.co::380b4838-460c-4ab8-9b95-b7e4b0c3b02e" providerId="AD" clId="Web-{85A6565A-B48A-3F55-C199-8BA8CCF16971}" dt="2025-04-01T05:23:00.481" v="344" actId="1076"/>
          <ac:picMkLst>
            <pc:docMk/>
            <pc:sldMk cId="2181729540" sldId="269"/>
            <ac:picMk id="6" creationId="{5C860D65-C9BD-F8CA-87DE-B776E69797BD}"/>
          </ac:picMkLst>
        </pc:picChg>
      </pc:sldChg>
      <pc:sldChg chg="addSp delSp modSp del">
        <pc:chgData name="ISSABELA DEL PILAR ORTIZ" userId="S::idel_pinaro@udistrital.edu.co::380b4838-460c-4ab8-9b95-b7e4b0c3b02e" providerId="AD" clId="Web-{85A6565A-B48A-3F55-C199-8BA8CCF16971}" dt="2025-04-01T05:12:00.502" v="222"/>
        <pc:sldMkLst>
          <pc:docMk/>
          <pc:sldMk cId="623964745" sldId="270"/>
        </pc:sldMkLst>
        <pc:spChg chg="add mod">
          <ac:chgData name="ISSABELA DEL PILAR ORTIZ" userId="S::idel_pinaro@udistrital.edu.co::380b4838-460c-4ab8-9b95-b7e4b0c3b02e" providerId="AD" clId="Web-{85A6565A-B48A-3F55-C199-8BA8CCF16971}" dt="2025-04-01T05:10:28.122" v="209"/>
          <ac:spMkLst>
            <pc:docMk/>
            <pc:sldMk cId="623964745" sldId="270"/>
            <ac:spMk id="5" creationId="{59D32BEF-D260-971E-35E3-AC97823675EF}"/>
          </ac:spMkLst>
        </pc:spChg>
        <pc:picChg chg="del">
          <ac:chgData name="ISSABELA DEL PILAR ORTIZ" userId="S::idel_pinaro@udistrital.edu.co::380b4838-460c-4ab8-9b95-b7e4b0c3b02e" providerId="AD" clId="Web-{85A6565A-B48A-3F55-C199-8BA8CCF16971}" dt="2025-04-01T05:10:28.122" v="209"/>
          <ac:picMkLst>
            <pc:docMk/>
            <pc:sldMk cId="623964745" sldId="270"/>
            <ac:picMk id="6" creationId="{B2B42B3C-622A-3E2B-0936-0CD305AFC541}"/>
          </ac:picMkLst>
        </pc:picChg>
      </pc:sldChg>
      <pc:sldChg chg="addSp delSp modSp del">
        <pc:chgData name="ISSABELA DEL PILAR ORTIZ" userId="S::idel_pinaro@udistrital.edu.co::380b4838-460c-4ab8-9b95-b7e4b0c3b02e" providerId="AD" clId="Web-{85A6565A-B48A-3F55-C199-8BA8CCF16971}" dt="2025-04-01T05:19:45.891" v="294"/>
        <pc:sldMkLst>
          <pc:docMk/>
          <pc:sldMk cId="741985756" sldId="271"/>
        </pc:sldMkLst>
        <pc:spChg chg="add mod">
          <ac:chgData name="ISSABELA DEL PILAR ORTIZ" userId="S::idel_pinaro@udistrital.edu.co::380b4838-460c-4ab8-9b95-b7e4b0c3b02e" providerId="AD" clId="Web-{85A6565A-B48A-3F55-C199-8BA8CCF16971}" dt="2025-04-01T05:12:05.690" v="223"/>
          <ac:spMkLst>
            <pc:docMk/>
            <pc:sldMk cId="741985756" sldId="271"/>
            <ac:spMk id="5" creationId="{D5A0EB0D-9865-61E4-25E6-DD387921A15A}"/>
          </ac:spMkLst>
        </pc:spChg>
        <pc:picChg chg="del">
          <ac:chgData name="ISSABELA DEL PILAR ORTIZ" userId="S::idel_pinaro@udistrital.edu.co::380b4838-460c-4ab8-9b95-b7e4b0c3b02e" providerId="AD" clId="Web-{85A6565A-B48A-3F55-C199-8BA8CCF16971}" dt="2025-04-01T05:12:05.690" v="223"/>
          <ac:picMkLst>
            <pc:docMk/>
            <pc:sldMk cId="741985756" sldId="271"/>
            <ac:picMk id="6" creationId="{8B27D432-5BA5-B708-E5A4-7A3639D5AAA3}"/>
          </ac:picMkLst>
        </pc:picChg>
      </pc:sldChg>
      <pc:sldChg chg="addSp delSp modSp add replId">
        <pc:chgData name="ISSABELA DEL PILAR ORTIZ" userId="S::idel_pinaro@udistrital.edu.co::380b4838-460c-4ab8-9b95-b7e4b0c3b02e" providerId="AD" clId="Web-{85A6565A-B48A-3F55-C199-8BA8CCF16971}" dt="2025-04-01T05:22:57.231" v="343" actId="1076"/>
        <pc:sldMkLst>
          <pc:docMk/>
          <pc:sldMk cId="4103589514" sldId="273"/>
        </pc:sldMkLst>
        <pc:spChg chg="mod">
          <ac:chgData name="ISSABELA DEL PILAR ORTIZ" userId="S::idel_pinaro@udistrital.edu.co::380b4838-460c-4ab8-9b95-b7e4b0c3b02e" providerId="AD" clId="Web-{85A6565A-B48A-3F55-C199-8BA8CCF16971}" dt="2025-04-01T05:10:23.793" v="208" actId="20577"/>
          <ac:spMkLst>
            <pc:docMk/>
            <pc:sldMk cId="4103589514" sldId="273"/>
            <ac:spMk id="2" creationId="{B4BCA539-0581-8C7B-2361-72B9D9E40415}"/>
          </ac:spMkLst>
        </pc:spChg>
        <pc:spChg chg="mod">
          <ac:chgData name="ISSABELA DEL PILAR ORTIZ" userId="S::idel_pinaro@udistrital.edu.co::380b4838-460c-4ab8-9b95-b7e4b0c3b02e" providerId="AD" clId="Web-{85A6565A-B48A-3F55-C199-8BA8CCF16971}" dt="2025-04-01T05:15:48.579" v="287" actId="20577"/>
          <ac:spMkLst>
            <pc:docMk/>
            <pc:sldMk cId="4103589514" sldId="273"/>
            <ac:spMk id="4" creationId="{0E8F7C61-2CE6-673F-6B08-14D40D45673C}"/>
          </ac:spMkLst>
        </pc:spChg>
        <pc:spChg chg="add del mod">
          <ac:chgData name="ISSABELA DEL PILAR ORTIZ" userId="S::idel_pinaro@udistrital.edu.co::380b4838-460c-4ab8-9b95-b7e4b0c3b02e" providerId="AD" clId="Web-{85A6565A-B48A-3F55-C199-8BA8CCF16971}" dt="2025-04-01T05:10:34.169" v="211"/>
          <ac:spMkLst>
            <pc:docMk/>
            <pc:sldMk cId="4103589514" sldId="273"/>
            <ac:spMk id="7" creationId="{AFB1AAFD-D1A7-A0E8-7ED1-1031B1E37DC5}"/>
          </ac:spMkLst>
        </pc:spChg>
        <pc:graphicFrameChg chg="add del mod">
          <ac:chgData name="ISSABELA DEL PILAR ORTIZ" userId="S::idel_pinaro@udistrital.edu.co::380b4838-460c-4ab8-9b95-b7e4b0c3b02e" providerId="AD" clId="Web-{85A6565A-B48A-3F55-C199-8BA8CCF16971}" dt="2025-04-01T05:14:50.888" v="243"/>
          <ac:graphicFrameMkLst>
            <pc:docMk/>
            <pc:sldMk cId="4103589514" sldId="273"/>
            <ac:graphicFrameMk id="11" creationId="{105C93C5-ED69-49DB-12DD-A5AD5FD46DF1}"/>
          </ac:graphicFrameMkLst>
        </pc:graphicFrameChg>
        <pc:graphicFrameChg chg="add del mod">
          <ac:chgData name="ISSABELA DEL PILAR ORTIZ" userId="S::idel_pinaro@udistrital.edu.co::380b4838-460c-4ab8-9b95-b7e4b0c3b02e" providerId="AD" clId="Web-{85A6565A-B48A-3F55-C199-8BA8CCF16971}" dt="2025-04-01T05:14:55.498" v="245"/>
          <ac:graphicFrameMkLst>
            <pc:docMk/>
            <pc:sldMk cId="4103589514" sldId="273"/>
            <ac:graphicFrameMk id="13" creationId="{F5481D62-DDE6-EC5D-D521-31755C745123}"/>
          </ac:graphicFrameMkLst>
        </pc:graphicFrameChg>
        <pc:picChg chg="del">
          <ac:chgData name="ISSABELA DEL PILAR ORTIZ" userId="S::idel_pinaro@udistrital.edu.co::380b4838-460c-4ab8-9b95-b7e4b0c3b02e" providerId="AD" clId="Web-{85A6565A-B48A-3F55-C199-8BA8CCF16971}" dt="2025-04-01T05:11:02.561" v="213"/>
          <ac:picMkLst>
            <pc:docMk/>
            <pc:sldMk cId="4103589514" sldId="273"/>
            <ac:picMk id="3" creationId="{638A690F-C883-D25C-4796-741E61C01B27}"/>
          </ac:picMkLst>
        </pc:picChg>
        <pc:picChg chg="del">
          <ac:chgData name="ISSABELA DEL PILAR ORTIZ" userId="S::idel_pinaro@udistrital.edu.co::380b4838-460c-4ab8-9b95-b7e4b0c3b02e" providerId="AD" clId="Web-{85A6565A-B48A-3F55-C199-8BA8CCF16971}" dt="2025-04-01T05:10:32.872" v="210"/>
          <ac:picMkLst>
            <pc:docMk/>
            <pc:sldMk cId="4103589514" sldId="273"/>
            <ac:picMk id="6" creationId="{F8397BA5-C44A-B2C4-C0E1-0690D5C725F9}"/>
          </ac:picMkLst>
        </pc:picChg>
        <pc:picChg chg="add mod ord">
          <ac:chgData name="ISSABELA DEL PILAR ORTIZ" userId="S::idel_pinaro@udistrital.edu.co::380b4838-460c-4ab8-9b95-b7e4b0c3b02e" providerId="AD" clId="Web-{85A6565A-B48A-3F55-C199-8BA8CCF16971}" dt="2025-04-01T05:22:53.528" v="342" actId="1076"/>
          <ac:picMkLst>
            <pc:docMk/>
            <pc:sldMk cId="4103589514" sldId="273"/>
            <ac:picMk id="8" creationId="{D91FCABE-C7A7-3BA4-A45C-E987292569B2}"/>
          </ac:picMkLst>
        </pc:picChg>
        <pc:picChg chg="add mod">
          <ac:chgData name="ISSABELA DEL PILAR ORTIZ" userId="S::idel_pinaro@udistrital.edu.co::380b4838-460c-4ab8-9b95-b7e4b0c3b02e" providerId="AD" clId="Web-{85A6565A-B48A-3F55-C199-8BA8CCF16971}" dt="2025-04-01T05:22:57.231" v="343" actId="1076"/>
          <ac:picMkLst>
            <pc:docMk/>
            <pc:sldMk cId="4103589514" sldId="273"/>
            <ac:picMk id="9" creationId="{6BCC5DDA-A7DF-D3C9-B469-F70CC00D6C34}"/>
          </ac:picMkLst>
        </pc:picChg>
      </pc:sldChg>
      <pc:sldChg chg="addSp delSp modSp add replId">
        <pc:chgData name="ISSABELA DEL PILAR ORTIZ" userId="S::idel_pinaro@udistrital.edu.co::380b4838-460c-4ab8-9b95-b7e4b0c3b02e" providerId="AD" clId="Web-{85A6565A-B48A-3F55-C199-8BA8CCF16971}" dt="2025-04-01T05:24:48.535" v="351"/>
        <pc:sldMkLst>
          <pc:docMk/>
          <pc:sldMk cId="2395753226" sldId="274"/>
        </pc:sldMkLst>
        <pc:spChg chg="mod">
          <ac:chgData name="ISSABELA DEL PILAR ORTIZ" userId="S::idel_pinaro@udistrital.edu.co::380b4838-460c-4ab8-9b95-b7e4b0c3b02e" providerId="AD" clId="Web-{85A6565A-B48A-3F55-C199-8BA8CCF16971}" dt="2025-04-01T05:14:36.465" v="239" actId="20577"/>
          <ac:spMkLst>
            <pc:docMk/>
            <pc:sldMk cId="2395753226" sldId="274"/>
            <ac:spMk id="2" creationId="{0037D27F-EDCE-44D7-C589-23A849DD9F6E}"/>
          </ac:spMkLst>
        </pc:spChg>
        <pc:spChg chg="mod">
          <ac:chgData name="ISSABELA DEL PILAR ORTIZ" userId="S::idel_pinaro@udistrital.edu.co::380b4838-460c-4ab8-9b95-b7e4b0c3b02e" providerId="AD" clId="Web-{85A6565A-B48A-3F55-C199-8BA8CCF16971}" dt="2025-04-01T05:21:14.428" v="337" actId="20577"/>
          <ac:spMkLst>
            <pc:docMk/>
            <pc:sldMk cId="2395753226" sldId="274"/>
            <ac:spMk id="4" creationId="{596009A7-B9CE-296A-47BA-CC58BE3CFF6C}"/>
          </ac:spMkLst>
        </pc:spChg>
        <pc:spChg chg="add del mod">
          <ac:chgData name="ISSABELA DEL PILAR ORTIZ" userId="S::idel_pinaro@udistrital.edu.co::380b4838-460c-4ab8-9b95-b7e4b0c3b02e" providerId="AD" clId="Web-{85A6565A-B48A-3F55-C199-8BA8CCF16971}" dt="2025-04-01T05:12:33.223" v="232"/>
          <ac:spMkLst>
            <pc:docMk/>
            <pc:sldMk cId="2395753226" sldId="274"/>
            <ac:spMk id="8" creationId="{7ECCC326-319D-FBDE-2FF2-34924464E25F}"/>
          </ac:spMkLst>
        </pc:spChg>
        <pc:spChg chg="add mod">
          <ac:chgData name="ISSABELA DEL PILAR ORTIZ" userId="S::idel_pinaro@udistrital.edu.co::380b4838-460c-4ab8-9b95-b7e4b0c3b02e" providerId="AD" clId="Web-{85A6565A-B48A-3F55-C199-8BA8CCF16971}" dt="2025-04-01T05:12:41.864" v="235" actId="20577"/>
          <ac:spMkLst>
            <pc:docMk/>
            <pc:sldMk cId="2395753226" sldId="274"/>
            <ac:spMk id="10" creationId="{910151E8-95D6-DB52-2C9C-E6C4E32D8992}"/>
          </ac:spMkLst>
        </pc:spChg>
        <pc:spChg chg="add del mod">
          <ac:chgData name="ISSABELA DEL PILAR ORTIZ" userId="S::idel_pinaro@udistrital.edu.co::380b4838-460c-4ab8-9b95-b7e4b0c3b02e" providerId="AD" clId="Web-{85A6565A-B48A-3F55-C199-8BA8CCF16971}" dt="2025-04-01T05:24:48.535" v="351"/>
          <ac:spMkLst>
            <pc:docMk/>
            <pc:sldMk cId="2395753226" sldId="274"/>
            <ac:spMk id="12" creationId="{8D60C06A-FF6B-ABF7-00C9-2161BF96004D}"/>
          </ac:spMkLst>
        </pc:spChg>
        <pc:picChg chg="del">
          <ac:chgData name="ISSABELA DEL PILAR ORTIZ" userId="S::idel_pinaro@udistrital.edu.co::380b4838-460c-4ab8-9b95-b7e4b0c3b02e" providerId="AD" clId="Web-{85A6565A-B48A-3F55-C199-8BA8CCF16971}" dt="2025-04-01T05:14:39.169" v="240"/>
          <ac:picMkLst>
            <pc:docMk/>
            <pc:sldMk cId="2395753226" sldId="274"/>
            <ac:picMk id="3" creationId="{8AFA49FD-3E69-4700-F970-BCC9E477D4C5}"/>
          </ac:picMkLst>
        </pc:picChg>
        <pc:picChg chg="add mod">
          <ac:chgData name="ISSABELA DEL PILAR ORTIZ" userId="S::idel_pinaro@udistrital.edu.co::380b4838-460c-4ab8-9b95-b7e4b0c3b02e" providerId="AD" clId="Web-{85A6565A-B48A-3F55-C199-8BA8CCF16971}" dt="2025-04-01T05:22:43.589" v="340" actId="1076"/>
          <ac:picMkLst>
            <pc:docMk/>
            <pc:sldMk cId="2395753226" sldId="274"/>
            <ac:picMk id="5" creationId="{298720AA-081F-667C-485E-658499EC07EC}"/>
          </ac:picMkLst>
        </pc:picChg>
        <pc:picChg chg="add del">
          <ac:chgData name="ISSABELA DEL PILAR ORTIZ" userId="S::idel_pinaro@udistrital.edu.co::380b4838-460c-4ab8-9b95-b7e4b0c3b02e" providerId="AD" clId="Web-{85A6565A-B48A-3F55-C199-8BA8CCF16971}" dt="2025-04-01T05:12:35.255" v="233"/>
          <ac:picMkLst>
            <pc:docMk/>
            <pc:sldMk cId="2395753226" sldId="274"/>
            <ac:picMk id="6" creationId="{048F51E9-1C2A-0FA8-F1F9-B328F333B54F}"/>
          </ac:picMkLst>
        </pc:picChg>
        <pc:picChg chg="add mod">
          <ac:chgData name="ISSABELA DEL PILAR ORTIZ" userId="S::idel_pinaro@udistrital.edu.co::380b4838-460c-4ab8-9b95-b7e4b0c3b02e" providerId="AD" clId="Web-{85A6565A-B48A-3F55-C199-8BA8CCF16971}" dt="2025-04-01T05:22:48.637" v="341" actId="1076"/>
          <ac:picMkLst>
            <pc:docMk/>
            <pc:sldMk cId="2395753226" sldId="274"/>
            <ac:picMk id="11" creationId="{180CB7AE-2A3A-ED69-8CC1-D228E1F666B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296A7-FE8E-C4B9-7C4C-06BF26A8A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D7BCF4-55C8-7F3E-B4AA-D4C16CB54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4844F3-C932-BCD7-2604-5E4AFD99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65A878-7BAF-55AF-3D8D-BBE4775E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311EAB-D9FA-FF3D-6A46-35D74363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6006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C8808-C1EE-6FCF-810D-EAD884998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420A48-C013-DE5B-12CB-BC7FC7A55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DE56D-BBC5-8A2F-D936-B3B5A03B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81D691-B041-3265-C639-FB945F4B6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80DB14-F7A6-D591-F561-8AACF7FB6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7556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809A9-F483-7E01-C5A3-EE070EBF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AFD508-C4EA-C29E-2324-6ADE35FF8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BAD7EA-5CAE-A188-0BC5-10A67189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CB3010-1A22-AD88-0B89-F71A0E9B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524878-7158-A29B-C451-EC40469E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828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75B73-19BA-C819-8355-EB64E378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25B2D0-E75B-9C53-79F7-3EBE73921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E42789-C544-72B4-6E35-593E7C8C6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988F7F-5F8A-7522-1A19-629EEB4D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932BEF-06D3-7CE2-851D-C0859E59A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C80C7C-F8FC-DD71-B6D8-2951CE75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5021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2FE4E-E1B2-F159-4F77-F391D6EB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C6D804-66DC-CC8F-6A5D-FD80E3BB0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1CFB1C-F760-8D23-7065-C65961289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1BF24A-6CD2-5D51-AC8C-3B1E0EB8C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A4CF864-C174-671A-0A0A-E91AB83B3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1386C9D-E517-B126-A040-DAED07494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7BDD013-B96F-4321-BC36-845881F52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54F342D-93F8-3A3E-F03D-89015319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78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4DDD6-49F9-E287-472E-7FFEE6ECC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CE42A4-526C-09B4-E16C-C22516F66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DD5B88-0AFC-D87A-310C-83F68AFE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654029-DE38-824E-B3EB-FF181176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817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CEBA138-12AC-6D42-B2D0-2FBBCC49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DAD2F9-5A8F-C00C-7624-A2DE7A21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197D0A-3E71-7B1B-C197-992605E9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3067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F9D76-F80D-3A66-F12A-153208CC6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193E26-FD94-8E63-8ADB-5C7D8ED80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F3F43E-84B9-2FA2-4D3C-C688A3357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2A0FA0-3751-E51C-DF45-8CAE5495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DA0583-3483-398C-4FB0-3C8108EC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849995-E0EC-9694-C146-40324F66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441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13077-720D-AA12-DFC9-C00957F82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782E7B-622B-B544-2C45-D6B63CEC3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E45160-DA59-C9BA-840F-F4CAEEDF0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CE98EB-C866-F057-2474-60996D3A1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2F909E-BC31-CADD-3E7C-640E9D6E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28A7E9-0FE5-FF90-D095-04ADB982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471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B04D4-D880-111D-2F23-7C98A2E1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F3455F-D15E-8CFD-1D2B-36C86B898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DAD018-489C-AF01-694F-55EB34D66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F2C490-513E-74B9-9DA8-06402AA32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AA3094-C40E-2FE3-7B52-84A856D10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8817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6B249B-8482-4D09-C792-758C41349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9BD62B-7EBA-5DCD-D338-6BF29BE72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B52F8F-6CE0-20A9-88AC-21ABEFBE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D00BA5-26F0-7DC7-15C0-781C0999B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4F8FAF-48E3-0B0B-5FAE-40E68BB0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2513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E6F057-EB8D-DE4B-45EF-C94613E1F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620B8B-2EBF-ECC0-A7D3-17D572399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F0BF4F-C18B-09C6-19D3-555855270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1B01E-84FD-485E-B58F-3FCD744F96DC}" type="datetimeFigureOut">
              <a:rPr lang="es-CO" smtClean="0"/>
              <a:t>9/05/2025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C35039-4889-29FC-BF84-804099B9E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23DAD-9BEA-3F25-1640-6CCDA9406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662C72-8CC7-4F14-AD76-3A2C294B27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0795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991B5EE-434E-7923-3143-6C291DB420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O" err="1">
                <a:latin typeface="Constantia"/>
              </a:rPr>
              <a:t>Issabela</a:t>
            </a:r>
            <a:r>
              <a:rPr lang="es-CO" dirty="0">
                <a:latin typeface="LM Roman 10"/>
              </a:rPr>
              <a:t> del Pilar Ortiz Infante</a:t>
            </a:r>
          </a:p>
          <a:p>
            <a:r>
              <a:rPr lang="es-CO" dirty="0">
                <a:latin typeface="LM Roman 10"/>
              </a:rPr>
              <a:t>Modelamiento físico computacional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BA868593-6F5D-9F80-4531-7C8FF48A5C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latin typeface="Constantia"/>
              </a:rPr>
              <a:t>Tiempo de Computo</a:t>
            </a:r>
          </a:p>
        </p:txBody>
      </p:sp>
    </p:spTree>
    <p:extLst>
      <p:ext uri="{BB962C8B-B14F-4D97-AF65-F5344CB8AC3E}">
        <p14:creationId xmlns:p14="http://schemas.microsoft.com/office/powerpoint/2010/main" val="3247144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3D618-B979-09D4-1AEE-C229D17C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>
                <a:latin typeface="LM Roman 10" panose="00000500000000000000" pitchFamily="50" charset="0"/>
              </a:rPr>
              <a:t>Preámbulo del código (antes del </a:t>
            </a:r>
            <a:r>
              <a:rPr lang="es-CO" b="1" err="1">
                <a:latin typeface="LM Mono 10" panose="00000509000000000000" pitchFamily="49" charset="0"/>
              </a:rPr>
              <a:t>main</a:t>
            </a:r>
            <a:r>
              <a:rPr lang="es-CO" b="1">
                <a:latin typeface="LM Roman 10" panose="00000500000000000000" pitchFamily="50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F3AAF338-1077-BDFA-DD80-D3D5C7EDFF6C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2057400"/>
                <a:ext cx="4971732" cy="3811588"/>
              </a:xfrm>
            </p:spPr>
            <p:txBody>
              <a:bodyPr/>
              <a:lstStyle/>
              <a:p>
                <a:r>
                  <a:rPr lang="es-CO">
                    <a:latin typeface="LM Roman 10" panose="00000500000000000000" pitchFamily="50" charset="0"/>
                  </a:rPr>
                  <a:t>Inicialmente se declaran las librerías a utilizar en el código, junto a algunas funciones que sirven como utilidades dentro del código, tales como:</a:t>
                </a:r>
              </a:p>
              <a:p>
                <a:pPr marL="182563" indent="-182563">
                  <a:buFont typeface="Arial" panose="020B0604020202020204" pitchFamily="34" charset="0"/>
                  <a:buChar char="•"/>
                </a:pP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inicializarMatriz(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int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 n)</a:t>
                </a:r>
                <a:r>
                  <a:rPr lang="es-CO">
                    <a:solidFill>
                      <a:schemeClr val="bg1"/>
                    </a:solidFill>
                    <a:latin typeface="LM Roman 10" panose="00000500000000000000" pitchFamily="50" charset="0"/>
                  </a:rPr>
                  <a:t>: su función es crear las matrices </a:t>
                </a:r>
                <a14:m>
                  <m:oMath xmlns:m="http://schemas.openxmlformats.org/officeDocument/2006/math">
                    <m:r>
                      <a:rPr lang="es-CO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es-CO">
                    <a:solidFill>
                      <a:schemeClr val="bg1"/>
                    </a:solidFill>
                    <a:latin typeface="LM Roman 10" panose="00000500000000000000" pitchFamily="50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CO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es-CO">
                    <a:solidFill>
                      <a:schemeClr val="bg1"/>
                    </a:solidFill>
                    <a:latin typeface="LM Roman 10" panose="00000500000000000000" pitchFamily="50" charset="0"/>
                  </a:rPr>
                  <a:t> con números aleatorios entre 0 y 9.</a:t>
                </a:r>
              </a:p>
              <a:p>
                <a:pPr marL="182563" indent="-182563">
                  <a:buFont typeface="Arial" panose="020B0604020202020204" pitchFamily="34" charset="0"/>
                  <a:buChar char="•"/>
                </a:pP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trasponeMatriz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(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const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 Matrix &amp;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mat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)</a:t>
                </a:r>
                <a:r>
                  <a:rPr lang="es-CO">
                    <a:solidFill>
                      <a:schemeClr val="bg1"/>
                    </a:solidFill>
                    <a:latin typeface="LM Roman 10" panose="00000500000000000000" pitchFamily="50" charset="0"/>
                  </a:rPr>
                  <a:t>: su función es trasponer la matriz dada.</a:t>
                </a:r>
              </a:p>
              <a:p>
                <a:pPr marL="182563" indent="-182563">
                  <a:buFont typeface="Arial" panose="020B0604020202020204" pitchFamily="34" charset="0"/>
                  <a:buChar char="•"/>
                </a:pP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void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 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medirTiempo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(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const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 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string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 &amp;nombre, 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function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&lt;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void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()&gt; 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funcion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)</a:t>
                </a:r>
                <a:r>
                  <a:rPr lang="es-CO">
                    <a:solidFill>
                      <a:schemeClr val="bg1"/>
                    </a:solidFill>
                    <a:latin typeface="LM Roman 10" panose="00000500000000000000" pitchFamily="50" charset="0"/>
                  </a:rPr>
                  <a:t>: su función es medir el tiempo que demora en ejecutarse ciertos bloques de código.</a:t>
                </a:r>
              </a:p>
              <a:p>
                <a:pPr marL="182563" indent="-182563">
                  <a:buFont typeface="Arial" panose="020B0604020202020204" pitchFamily="34" charset="0"/>
                  <a:buChar char="•"/>
                </a:pP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bool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 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comparaMatrices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(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const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 Matrix &amp;A, </a:t>
                </a:r>
                <a:r>
                  <a:rPr lang="es-CO" err="1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const</a:t>
                </a:r>
                <a:r>
                  <a:rPr lang="es-CO">
                    <a:solidFill>
                      <a:schemeClr val="bg1"/>
                    </a:solidFill>
                    <a:latin typeface="LM Mono 10" panose="00000509000000000000" pitchFamily="49" charset="0"/>
                  </a:rPr>
                  <a:t> Matrix &amp;B)</a:t>
                </a:r>
                <a:r>
                  <a:rPr lang="es-CO">
                    <a:solidFill>
                      <a:schemeClr val="bg1"/>
                    </a:solidFill>
                    <a:latin typeface="LM Roman 10" panose="00000500000000000000" pitchFamily="50" charset="0"/>
                  </a:rPr>
                  <a:t>: su función es comparar dos matrices e indicar si son iguales o no.</a:t>
                </a:r>
              </a:p>
              <a:p>
                <a:pPr marL="92075" indent="-92075">
                  <a:buFont typeface="Arial" panose="020B0604020202020204" pitchFamily="34" charset="0"/>
                  <a:buChar char="•"/>
                </a:pPr>
                <a:endParaRPr lang="es-CO">
                  <a:solidFill>
                    <a:schemeClr val="bg1"/>
                  </a:solidFill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F3AAF338-1077-BDFA-DD80-D3D5C7ED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2057400"/>
                <a:ext cx="4971732" cy="3811588"/>
              </a:xfrm>
              <a:blipFill>
                <a:blip r:embed="rId2"/>
                <a:stretch>
                  <a:fillRect l="-736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60544B58-8D51-3237-DC25-76D11E3C1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" b="89739"/>
          <a:stretch/>
        </p:blipFill>
        <p:spPr>
          <a:xfrm>
            <a:off x="6058202" y="2595880"/>
            <a:ext cx="5294010" cy="166624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26DDD86C-213B-8466-9609-862346FAFEE9}"/>
              </a:ext>
            </a:extLst>
          </p:cNvPr>
          <p:cNvSpPr/>
          <p:nvPr/>
        </p:nvSpPr>
        <p:spPr>
          <a:xfrm>
            <a:off x="839788" y="2816532"/>
            <a:ext cx="4971732" cy="3052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8462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91A34-5184-ED71-547B-81B038D22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AF2D1-3AF4-8B7C-D405-007A06DC8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>
                <a:latin typeface="LM Roman 10" panose="00000500000000000000" pitchFamily="50" charset="0"/>
              </a:rPr>
              <a:t>Preámbulo del código (antes del </a:t>
            </a:r>
            <a:r>
              <a:rPr lang="es-CO" b="1" err="1">
                <a:latin typeface="LM Mono 10" panose="00000509000000000000" pitchFamily="49" charset="0"/>
              </a:rPr>
              <a:t>main</a:t>
            </a:r>
            <a:r>
              <a:rPr lang="es-CO" b="1">
                <a:latin typeface="LM Roman 10" panose="00000500000000000000" pitchFamily="50" charset="0"/>
              </a:rPr>
              <a:t>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BF8708F-33EB-5A14-71FB-018B35ED2E46}"/>
              </a:ext>
            </a:extLst>
          </p:cNvPr>
          <p:cNvSpPr/>
          <p:nvPr/>
        </p:nvSpPr>
        <p:spPr>
          <a:xfrm>
            <a:off x="839788" y="5699760"/>
            <a:ext cx="4971732" cy="169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A1BBF2E-41B9-B2E2-A7C1-E846A0AD0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24" b="57862"/>
          <a:stretch/>
        </p:blipFill>
        <p:spPr>
          <a:xfrm>
            <a:off x="6058202" y="843280"/>
            <a:ext cx="5294010" cy="51714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Marcador de texto 3">
                <a:extLst>
                  <a:ext uri="{FF2B5EF4-FFF2-40B4-BE49-F238E27FC236}">
                    <a16:creationId xmlns:a16="http://schemas.microsoft.com/office/drawing/2014/main" id="{F8E129B7-9AAA-6D38-AC91-64627D985B4D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2057400"/>
                <a:ext cx="4971732" cy="3811588"/>
              </a:xfrm>
            </p:spPr>
            <p:txBody>
              <a:bodyPr/>
              <a:lstStyle/>
              <a:p>
                <a:r>
                  <a:rPr lang="es-CO">
                    <a:latin typeface="LM Roman 10" panose="00000500000000000000" pitchFamily="50" charset="0"/>
                  </a:rPr>
                  <a:t>Inicialmente se declaran las librerías a utilizar en el código, junto a algunas funciones que sirven como utilidades dentro del código, tales como:</a:t>
                </a:r>
              </a:p>
              <a:p>
                <a:pPr marL="182563" indent="-182563">
                  <a:buFont typeface="Arial" panose="020B0604020202020204" pitchFamily="34" charset="0"/>
                  <a:buChar char="•"/>
                </a:pP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inicializarMatriz(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int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 n)</a:t>
                </a:r>
                <a:r>
                  <a:rPr lang="es-CO">
                    <a:solidFill>
                      <a:schemeClr val="tx1"/>
                    </a:solidFill>
                    <a:latin typeface="LM Roman 10" panose="00000500000000000000" pitchFamily="50" charset="0"/>
                  </a:rPr>
                  <a:t>: su función es crear las matrices </a:t>
                </a:r>
                <a14:m>
                  <m:oMath xmlns:m="http://schemas.openxmlformats.org/officeDocument/2006/math">
                    <m:r>
                      <a:rPr lang="es-CO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es-CO">
                    <a:solidFill>
                      <a:schemeClr val="tx1"/>
                    </a:solidFill>
                    <a:latin typeface="LM Roman 10" panose="00000500000000000000" pitchFamily="50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CO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es-CO">
                    <a:solidFill>
                      <a:schemeClr val="tx1"/>
                    </a:solidFill>
                    <a:latin typeface="LM Roman 10" panose="00000500000000000000" pitchFamily="50" charset="0"/>
                  </a:rPr>
                  <a:t> con números aleatorios entre 0 y 9.</a:t>
                </a:r>
              </a:p>
              <a:p>
                <a:pPr marL="182563" indent="-182563">
                  <a:buFont typeface="Arial" panose="020B0604020202020204" pitchFamily="34" charset="0"/>
                  <a:buChar char="•"/>
                </a:pP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trasponeMatriz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(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const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 Matrix &amp;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mat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)</a:t>
                </a:r>
                <a:r>
                  <a:rPr lang="es-CO">
                    <a:solidFill>
                      <a:schemeClr val="tx1"/>
                    </a:solidFill>
                    <a:latin typeface="LM Roman 10" panose="00000500000000000000" pitchFamily="50" charset="0"/>
                  </a:rPr>
                  <a:t>: su función es trasponer la matriz dada.</a:t>
                </a:r>
              </a:p>
              <a:p>
                <a:pPr marL="182563" indent="-182563">
                  <a:buFont typeface="Arial" panose="020B0604020202020204" pitchFamily="34" charset="0"/>
                  <a:buChar char="•"/>
                </a:pP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void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 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medirTiempo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(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const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 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string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 &amp;nombre, 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function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&lt;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void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()&gt; 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funcion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)</a:t>
                </a:r>
                <a:r>
                  <a:rPr lang="es-CO">
                    <a:solidFill>
                      <a:schemeClr val="tx1"/>
                    </a:solidFill>
                    <a:latin typeface="LM Roman 10" panose="00000500000000000000" pitchFamily="50" charset="0"/>
                  </a:rPr>
                  <a:t>: su función es medir el tiempo que demora en ejecutarse ciertos bloques de código.</a:t>
                </a:r>
              </a:p>
              <a:p>
                <a:pPr marL="182563" indent="-182563">
                  <a:buFont typeface="Arial" panose="020B0604020202020204" pitchFamily="34" charset="0"/>
                  <a:buChar char="•"/>
                </a:pP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bool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 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comparaMatrices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(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const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 Matrix &amp;A, </a:t>
                </a:r>
                <a:r>
                  <a:rPr lang="es-CO" err="1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const</a:t>
                </a:r>
                <a:r>
                  <a:rPr lang="es-CO">
                    <a:solidFill>
                      <a:schemeClr val="tx1"/>
                    </a:solidFill>
                    <a:latin typeface="LM Mono 10" panose="00000509000000000000" pitchFamily="49" charset="0"/>
                  </a:rPr>
                  <a:t> Matrix &amp;B)</a:t>
                </a:r>
                <a:r>
                  <a:rPr lang="es-CO">
                    <a:solidFill>
                      <a:schemeClr val="tx1"/>
                    </a:solidFill>
                    <a:latin typeface="LM Roman 10" panose="00000500000000000000" pitchFamily="50" charset="0"/>
                  </a:rPr>
                  <a:t>: su función es comparar dos matrices e indicar si son iguales o no.</a:t>
                </a:r>
              </a:p>
              <a:p>
                <a:pPr marL="92075" indent="-92075">
                  <a:buFont typeface="Arial" panose="020B0604020202020204" pitchFamily="34" charset="0"/>
                  <a:buChar char="•"/>
                </a:pPr>
                <a:endParaRPr lang="es-CO">
                  <a:solidFill>
                    <a:schemeClr val="bg1"/>
                  </a:solidFill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15" name="Marcador de texto 3">
                <a:extLst>
                  <a:ext uri="{FF2B5EF4-FFF2-40B4-BE49-F238E27FC236}">
                    <a16:creationId xmlns:a16="http://schemas.microsoft.com/office/drawing/2014/main" id="{F8E129B7-9AAA-6D38-AC91-64627D985B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2057400"/>
                <a:ext cx="4971732" cy="3811588"/>
              </a:xfrm>
              <a:blipFill>
                <a:blip r:embed="rId3"/>
                <a:stretch>
                  <a:fillRect l="-736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716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AB7A-E72F-3B71-D028-156FFFABE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A149B-ED93-834F-86BC-59262557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>
                <a:latin typeface="LM Roman 10" panose="00000500000000000000" pitchFamily="50" charset="0"/>
              </a:rPr>
              <a:t>Inicialización (</a:t>
            </a:r>
            <a:r>
              <a:rPr lang="es-CO" b="1" err="1">
                <a:latin typeface="LM Mono 10" panose="00000509000000000000" pitchFamily="49" charset="0"/>
              </a:rPr>
              <a:t>main</a:t>
            </a:r>
            <a:r>
              <a:rPr lang="es-CO" b="1">
                <a:latin typeface="LM Roman 10" panose="00000500000000000000" pitchFamily="50" charset="0"/>
              </a:rPr>
              <a:t>)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42FE18-D9D5-EC9C-5853-CA8C39C7D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971732" cy="3811588"/>
          </a:xfrm>
        </p:spPr>
        <p:txBody>
          <a:bodyPr>
            <a:normAutofit/>
          </a:bodyPr>
          <a:lstStyle/>
          <a:p>
            <a:r>
              <a:rPr lang="es-CO" sz="2400">
                <a:latin typeface="LM Roman 10" panose="00000500000000000000" pitchFamily="50" charset="0"/>
              </a:rPr>
              <a:t>Luego, se inicia con las matrices que contendrán las respuestas (</a:t>
            </a:r>
            <a:r>
              <a:rPr lang="es-CO" sz="2400">
                <a:latin typeface="LM Mono 10" panose="00000509000000000000" pitchFamily="49" charset="0"/>
              </a:rPr>
              <a:t>C1</a:t>
            </a:r>
            <a:r>
              <a:rPr lang="es-CO" sz="2400">
                <a:latin typeface="LM Roman 10" panose="00000500000000000000" pitchFamily="50" charset="0"/>
              </a:rPr>
              <a:t>, </a:t>
            </a:r>
            <a:r>
              <a:rPr lang="es-CO" sz="2400">
                <a:latin typeface="LM Mono 10" panose="00000509000000000000" pitchFamily="49" charset="0"/>
              </a:rPr>
              <a:t>C2</a:t>
            </a:r>
            <a:r>
              <a:rPr lang="es-CO" sz="2400">
                <a:latin typeface="LM Roman 10" panose="00000500000000000000" pitchFamily="50" charset="0"/>
              </a:rPr>
              <a:t>, </a:t>
            </a:r>
            <a:r>
              <a:rPr lang="es-CO" sz="2400">
                <a:latin typeface="LM Mono 10" panose="00000509000000000000" pitchFamily="49" charset="0"/>
              </a:rPr>
              <a:t>C3</a:t>
            </a:r>
            <a:r>
              <a:rPr lang="es-CO" sz="2400">
                <a:latin typeface="LM Roman 10" panose="00000500000000000000" pitchFamily="50" charset="0"/>
              </a:rPr>
              <a:t> y </a:t>
            </a:r>
            <a:r>
              <a:rPr lang="es-CO" sz="2400">
                <a:latin typeface="LM Mono 10" panose="00000509000000000000" pitchFamily="49" charset="0"/>
              </a:rPr>
              <a:t>C4</a:t>
            </a:r>
            <a:r>
              <a:rPr lang="es-CO" sz="2400">
                <a:latin typeface="LM Roman 10" panose="00000500000000000000" pitchFamily="50" charset="0"/>
              </a:rPr>
              <a:t>) junto a las matrices del producto </a:t>
            </a:r>
            <a:r>
              <a:rPr lang="es-CO" sz="2400">
                <a:latin typeface="LM Mono 10" panose="00000509000000000000" pitchFamily="49" charset="0"/>
              </a:rPr>
              <a:t>A</a:t>
            </a:r>
            <a:r>
              <a:rPr lang="es-CO" sz="2400">
                <a:latin typeface="LM Roman 10" panose="00000500000000000000" pitchFamily="50" charset="0"/>
              </a:rPr>
              <a:t>, </a:t>
            </a:r>
            <a:r>
              <a:rPr lang="es-CO" sz="2400">
                <a:latin typeface="LM Mono 10" panose="00000509000000000000" pitchFamily="49" charset="0"/>
              </a:rPr>
              <a:t>B</a:t>
            </a:r>
            <a:r>
              <a:rPr lang="es-CO" sz="2400">
                <a:latin typeface="LM Roman 10" panose="00000500000000000000" pitchFamily="50" charset="0"/>
              </a:rPr>
              <a:t> y su traspuesto </a:t>
            </a:r>
            <a:r>
              <a:rPr lang="es-CO" sz="2400">
                <a:latin typeface="LM Mono 10" panose="00000509000000000000" pitchFamily="49" charset="0"/>
              </a:rPr>
              <a:t>BT</a:t>
            </a:r>
            <a:r>
              <a:rPr lang="es-CO" sz="2400">
                <a:latin typeface="LM Roman 10" panose="00000500000000000000" pitchFamily="50" charset="0"/>
              </a:rPr>
              <a:t>. A su vez, la dimensión de la matriz cuadrada </a:t>
            </a:r>
            <a:r>
              <a:rPr lang="es-CO" sz="2400">
                <a:latin typeface="LM Mono 10" panose="00000509000000000000" pitchFamily="49" charset="0"/>
              </a:rPr>
              <a:t>n</a:t>
            </a:r>
            <a:r>
              <a:rPr lang="es-CO" sz="2400">
                <a:latin typeface="LM Roman 10" panose="00000500000000000000" pitchFamily="50" charset="0"/>
              </a:rPr>
              <a:t>.</a:t>
            </a:r>
          </a:p>
          <a:p>
            <a:endParaRPr lang="es-CO" sz="2400">
              <a:latin typeface="LM Roman 10" panose="00000500000000000000" pitchFamily="50" charset="0"/>
            </a:endParaRPr>
          </a:p>
          <a:p>
            <a:r>
              <a:rPr lang="es-CO" sz="2400">
                <a:latin typeface="LM Roman 10" panose="00000500000000000000" pitchFamily="50" charset="0"/>
              </a:rPr>
              <a:t>Se crean las matrices </a:t>
            </a:r>
            <a:r>
              <a:rPr lang="es-CO" sz="2400">
                <a:latin typeface="LM Mono 10" panose="00000509000000000000" pitchFamily="49" charset="0"/>
              </a:rPr>
              <a:t>A</a:t>
            </a:r>
            <a:r>
              <a:rPr lang="es-CO" sz="2400">
                <a:latin typeface="LM Roman 10" panose="00000500000000000000" pitchFamily="50" charset="0"/>
              </a:rPr>
              <a:t> y </a:t>
            </a:r>
            <a:r>
              <a:rPr lang="es-CO" sz="2400">
                <a:latin typeface="LM Mono 10" panose="00000509000000000000" pitchFamily="49" charset="0"/>
              </a:rPr>
              <a:t>B</a:t>
            </a:r>
            <a:r>
              <a:rPr lang="es-CO" sz="2400">
                <a:latin typeface="LM Roman 10" panose="00000500000000000000" pitchFamily="50" charset="0"/>
              </a:rPr>
              <a:t>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A39A1FA-2ACD-EE7F-3AFC-AE8816DEC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38" b="44486"/>
          <a:stretch/>
        </p:blipFill>
        <p:spPr>
          <a:xfrm>
            <a:off x="6058202" y="2341880"/>
            <a:ext cx="5294010" cy="217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01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DBA3E-6AAE-AF85-B065-9828FBF2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95D0E-378F-CFD2-BF8B-CB018E1F0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>
                <a:latin typeface="LM Roman 10" panose="00000500000000000000" pitchFamily="50" charset="0"/>
              </a:rPr>
              <a:t>Multiplicación tradicional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1ADB05-9B06-BA07-DE3A-E5C70AA4F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971732" cy="3811588"/>
          </a:xfrm>
        </p:spPr>
        <p:txBody>
          <a:bodyPr>
            <a:normAutofit/>
          </a:bodyPr>
          <a:lstStyle/>
          <a:p>
            <a:r>
              <a:rPr lang="es-CO" sz="2000">
                <a:latin typeface="LM Roman 10" panose="00000500000000000000" pitchFamily="50" charset="0"/>
              </a:rPr>
              <a:t>El primer algoritmo utilizado fue la multiplicación tradicional, esta se compone de la forma fila – columna, esto es, se crean 3 ciclos </a:t>
            </a:r>
            <a:r>
              <a:rPr lang="es-CO" sz="2000" err="1">
                <a:latin typeface="LM Mono 10" panose="00000509000000000000" pitchFamily="49" charset="0"/>
              </a:rPr>
              <a:t>for</a:t>
            </a:r>
            <a:r>
              <a:rPr lang="es-CO" sz="2000">
                <a:latin typeface="LM Roman 10" panose="00000500000000000000" pitchFamily="50" charset="0"/>
              </a:rPr>
              <a:t>, el primero accede a la fila de la matriz </a:t>
            </a:r>
            <a:r>
              <a:rPr lang="es-CO" sz="2000">
                <a:latin typeface="LM Mono 10" panose="00000509000000000000" pitchFamily="49" charset="0"/>
              </a:rPr>
              <a:t>A</a:t>
            </a:r>
            <a:r>
              <a:rPr lang="es-CO" sz="2000">
                <a:latin typeface="LM Roman 10" panose="00000500000000000000" pitchFamily="50" charset="0"/>
              </a:rPr>
              <a:t>, el segundo accede a la columna de la fila </a:t>
            </a:r>
            <a:r>
              <a:rPr lang="es-CO" sz="2000">
                <a:latin typeface="LM Mono 10" panose="00000509000000000000" pitchFamily="49" charset="0"/>
              </a:rPr>
              <a:t>A</a:t>
            </a:r>
            <a:r>
              <a:rPr lang="es-CO" sz="2000">
                <a:latin typeface="LM Roman 10" panose="00000500000000000000" pitchFamily="50" charset="0"/>
              </a:rPr>
              <a:t> y la columna de la fila </a:t>
            </a:r>
            <a:r>
              <a:rPr lang="es-CO" sz="2000">
                <a:latin typeface="LM Mono 10" panose="00000509000000000000" pitchFamily="49" charset="0"/>
              </a:rPr>
              <a:t>B</a:t>
            </a:r>
            <a:r>
              <a:rPr lang="es-CO" sz="2000">
                <a:latin typeface="LM Roman 10" panose="00000500000000000000" pitchFamily="50" charset="0"/>
              </a:rPr>
              <a:t>, el tercero recorre las filas de </a:t>
            </a:r>
            <a:r>
              <a:rPr lang="es-CO" sz="2000">
                <a:latin typeface="LM Mono 10" panose="00000509000000000000" pitchFamily="49" charset="0"/>
              </a:rPr>
              <a:t>B</a:t>
            </a:r>
            <a:r>
              <a:rPr lang="es-CO" sz="2000">
                <a:latin typeface="LM Roman 10" panose="00000500000000000000" pitchFamily="50" charset="0"/>
              </a:rPr>
              <a:t>.</a:t>
            </a:r>
          </a:p>
          <a:p>
            <a:endParaRPr lang="es-CO" sz="2000">
              <a:latin typeface="LM Roman 10" panose="00000500000000000000" pitchFamily="50" charset="0"/>
            </a:endParaRPr>
          </a:p>
          <a:p>
            <a:r>
              <a:rPr lang="es-CO" sz="2000">
                <a:latin typeface="LM Roman 10" panose="00000500000000000000" pitchFamily="50" charset="0"/>
              </a:rPr>
              <a:t>Este algoritmo tiene una cantidad de cache miss aproximado a la cantidad de filas y columnas que tiene </a:t>
            </a:r>
            <a:r>
              <a:rPr lang="es-CO" sz="2000">
                <a:latin typeface="LM Mono 10" panose="00000509000000000000" pitchFamily="49" charset="0"/>
              </a:rPr>
              <a:t>B</a:t>
            </a:r>
            <a:r>
              <a:rPr lang="es-CO" sz="2000">
                <a:latin typeface="LM Roman 10" panose="00000500000000000000" pitchFamily="50" charset="0"/>
              </a:rPr>
              <a:t>, lo que lo hace poco eficiente.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7CE52EA-415F-311D-94DC-1AF5AF0CD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76" b="35799"/>
          <a:stretch/>
        </p:blipFill>
        <p:spPr>
          <a:xfrm>
            <a:off x="6058202" y="2712720"/>
            <a:ext cx="5294010" cy="140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04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C2E9-6CA1-DFCA-DD43-A6D2C492A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BA371-6E5D-10A5-2082-E5935799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>
                <a:latin typeface="LM Roman 10" panose="00000500000000000000" pitchFamily="50" charset="0"/>
              </a:rPr>
              <a:t>Multiplicación optimizada (</a:t>
            </a:r>
            <a:r>
              <a:rPr lang="es-CO" b="1">
                <a:latin typeface="LM Mono 10" panose="00000509000000000000" pitchFamily="49" charset="0"/>
              </a:rPr>
              <a:t>i</a:t>
            </a:r>
            <a:r>
              <a:rPr lang="es-CO" b="1">
                <a:latin typeface="LM Roman 10" panose="00000500000000000000" pitchFamily="50" charset="0"/>
              </a:rPr>
              <a:t>-</a:t>
            </a:r>
            <a:r>
              <a:rPr lang="es-CO" b="1">
                <a:latin typeface="LM Mono 10" panose="00000509000000000000" pitchFamily="49" charset="0"/>
              </a:rPr>
              <a:t>k</a:t>
            </a:r>
            <a:r>
              <a:rPr lang="es-CO" b="1">
                <a:latin typeface="LM Roman 10" panose="00000500000000000000" pitchFamily="50" charset="0"/>
              </a:rPr>
              <a:t>-</a:t>
            </a:r>
            <a:r>
              <a:rPr lang="es-CO" b="1">
                <a:latin typeface="LM Mono 10" panose="00000509000000000000" pitchFamily="49" charset="0"/>
              </a:rPr>
              <a:t>j</a:t>
            </a:r>
            <a:r>
              <a:rPr lang="es-CO" b="1">
                <a:latin typeface="LM Roman 10" panose="00000500000000000000" pitchFamily="50" charset="0"/>
              </a:rPr>
              <a:t>)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401285-950E-5189-A9F1-05D6DB7FC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971732" cy="3811588"/>
          </a:xfrm>
        </p:spPr>
        <p:txBody>
          <a:bodyPr>
            <a:normAutofit/>
          </a:bodyPr>
          <a:lstStyle/>
          <a:p>
            <a:r>
              <a:rPr lang="es-CO" sz="2000">
                <a:latin typeface="LM Roman 10" panose="00000500000000000000" pitchFamily="50" charset="0"/>
              </a:rPr>
              <a:t>El segundo algoritmo utilizado fue la multiplicación optimizada mediante el orden del ciclo </a:t>
            </a:r>
            <a:r>
              <a:rPr lang="es-CO" sz="2000" err="1">
                <a:latin typeface="LM Mono 10" panose="00000509000000000000" pitchFamily="49" charset="0"/>
              </a:rPr>
              <a:t>for</a:t>
            </a:r>
            <a:r>
              <a:rPr lang="es-CO" sz="2000">
                <a:latin typeface="LM Roman 10" panose="00000500000000000000" pitchFamily="50" charset="0"/>
              </a:rPr>
              <a:t>. Este algoritmo lo que hace es ingresar a la fila </a:t>
            </a:r>
            <a:r>
              <a:rPr lang="es-CO" sz="2000">
                <a:latin typeface="LM Mono 10" panose="00000509000000000000" pitchFamily="49" charset="0"/>
              </a:rPr>
              <a:t>i</a:t>
            </a:r>
            <a:r>
              <a:rPr lang="es-CO" sz="2000">
                <a:latin typeface="LM Roman 10" panose="00000500000000000000" pitchFamily="50" charset="0"/>
              </a:rPr>
              <a:t> y luego recorrer las columnas </a:t>
            </a:r>
            <a:r>
              <a:rPr lang="es-CO" sz="2000">
                <a:latin typeface="LM Mono 10" panose="00000509000000000000" pitchFamily="49" charset="0"/>
              </a:rPr>
              <a:t>k</a:t>
            </a:r>
            <a:r>
              <a:rPr lang="es-CO" sz="2000">
                <a:latin typeface="LM Roman 10" panose="00000500000000000000" pitchFamily="50" charset="0"/>
              </a:rPr>
              <a:t>, guarda el elemento de matriz </a:t>
            </a:r>
            <a:r>
              <a:rPr lang="es-CO" sz="2000">
                <a:latin typeface="LM Mono 10" panose="00000509000000000000" pitchFamily="49" charset="0"/>
              </a:rPr>
              <a:t>A[i][k]</a:t>
            </a:r>
            <a:r>
              <a:rPr lang="es-CO" sz="2000">
                <a:latin typeface="LM Roman 10" panose="00000500000000000000" pitchFamily="50" charset="0"/>
              </a:rPr>
              <a:t> para que estando en </a:t>
            </a:r>
            <a:r>
              <a:rPr lang="es-CO" sz="2000">
                <a:latin typeface="LM Mono 10" panose="00000509000000000000" pitchFamily="49" charset="0"/>
              </a:rPr>
              <a:t>k</a:t>
            </a:r>
            <a:r>
              <a:rPr lang="es-CO" sz="2000">
                <a:latin typeface="LM Roman 10" panose="00000500000000000000" pitchFamily="50" charset="0"/>
              </a:rPr>
              <a:t>, tome este como fila y la recorra con </a:t>
            </a:r>
            <a:r>
              <a:rPr lang="es-CO" sz="2000">
                <a:latin typeface="LM Mono 10" panose="00000509000000000000" pitchFamily="49" charset="0"/>
              </a:rPr>
              <a:t>j</a:t>
            </a:r>
            <a:r>
              <a:rPr lang="es-CO" sz="2000">
                <a:latin typeface="LM Roman 10" panose="00000500000000000000" pitchFamily="50" charset="0"/>
              </a:rPr>
              <a:t>.</a:t>
            </a:r>
          </a:p>
          <a:p>
            <a:endParaRPr lang="es-CO" sz="2000">
              <a:latin typeface="LM Roman 10" panose="00000500000000000000" pitchFamily="50" charset="0"/>
            </a:endParaRPr>
          </a:p>
          <a:p>
            <a:r>
              <a:rPr lang="es-CO" sz="2000">
                <a:latin typeface="LM Roman 10" panose="00000500000000000000" pitchFamily="50" charset="0"/>
              </a:rPr>
              <a:t>Esta organización permite ingresar a los espacios de memorias como filas lo cual es óptimo debido a como </a:t>
            </a:r>
            <a:r>
              <a:rPr lang="es-CO" sz="2000">
                <a:latin typeface="LM Mono 10" panose="00000509000000000000" pitchFamily="49" charset="0"/>
              </a:rPr>
              <a:t>C++</a:t>
            </a:r>
            <a:r>
              <a:rPr lang="es-CO" sz="2000">
                <a:latin typeface="LM Roman 10" panose="00000500000000000000" pitchFamily="50" charset="0"/>
              </a:rPr>
              <a:t> guarda las matrices.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4ABD50C-221D-6B71-EE6F-E51D7D47E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75" b="27500"/>
          <a:stretch/>
        </p:blipFill>
        <p:spPr>
          <a:xfrm>
            <a:off x="6058202" y="2712720"/>
            <a:ext cx="5294010" cy="140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17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BDAF5-1BC0-1501-EB21-35BB0009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7A58A-F78F-9F69-77F4-EE6EE509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>
                <a:latin typeface="LM Roman 10" panose="00000500000000000000" pitchFamily="50" charset="0"/>
              </a:rPr>
              <a:t>Multiplicación directa por traspuesta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6D1AC4-0410-FB1B-4E70-22EA4C272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971732" cy="3811588"/>
          </a:xfrm>
        </p:spPr>
        <p:txBody>
          <a:bodyPr>
            <a:normAutofit/>
          </a:bodyPr>
          <a:lstStyle/>
          <a:p>
            <a:r>
              <a:rPr lang="es-CO" sz="2000">
                <a:latin typeface="LM Roman 10" panose="00000500000000000000" pitchFamily="50" charset="0"/>
              </a:rPr>
              <a:t>El tercer algoritmo utilizado se basa en trasponer la matriz </a:t>
            </a:r>
            <a:r>
              <a:rPr lang="es-CO" sz="2000">
                <a:latin typeface="LM Mono 10" panose="00000509000000000000" pitchFamily="49" charset="0"/>
              </a:rPr>
              <a:t>B</a:t>
            </a:r>
            <a:r>
              <a:rPr lang="es-CO" sz="2000">
                <a:latin typeface="LM Roman 10" panose="00000500000000000000" pitchFamily="50" charset="0"/>
              </a:rPr>
              <a:t> y realizar una multiplicación tradicional pero ahora término a término, fila a fila. Al igual que el algoritmo anterior, en este caso solamente se está accediendo a filas desde la RAM para pasar al caché, lo que implica que es un método muy óptimo en comparación.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C6051A3-0505-DB76-B03E-3614CBF79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13" b="15687"/>
          <a:stretch/>
        </p:blipFill>
        <p:spPr>
          <a:xfrm>
            <a:off x="6058202" y="2453640"/>
            <a:ext cx="5294010" cy="1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85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33E35-1021-534A-5EAB-AC42B047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EC8C3-AE38-5078-D070-7EBF3726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>
                <a:latin typeface="LM Roman 10" panose="00000500000000000000" pitchFamily="50" charset="0"/>
              </a:rPr>
              <a:t>Multiplicación directa por traspuesta ¿optimizada?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443DB5-FB2A-5AC7-84C6-40D4400A5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971732" cy="3811588"/>
          </a:xfrm>
        </p:spPr>
        <p:txBody>
          <a:bodyPr>
            <a:normAutofit/>
          </a:bodyPr>
          <a:lstStyle/>
          <a:p>
            <a:r>
              <a:rPr lang="es-CO" sz="2000">
                <a:latin typeface="LM Roman 10" panose="00000500000000000000" pitchFamily="50" charset="0"/>
              </a:rPr>
              <a:t>El cuarto algoritmo utilizado en realidad es la combinación de los dos últimos bajo la siguiente premisa: </a:t>
            </a:r>
            <a:r>
              <a:rPr lang="es-CO" sz="2000" i="1">
                <a:latin typeface="LM Roman 10" panose="00000500000000000000" pitchFamily="50" charset="0"/>
              </a:rPr>
              <a:t>si reorganizar los ciclos </a:t>
            </a:r>
            <a:r>
              <a:rPr lang="es-CO" sz="2000" err="1">
                <a:latin typeface="LM Mono 10" panose="00000509000000000000" pitchFamily="49" charset="0"/>
              </a:rPr>
              <a:t>for</a:t>
            </a:r>
            <a:r>
              <a:rPr lang="es-CO" sz="2000" i="1">
                <a:latin typeface="LM Roman 10" panose="00000500000000000000" pitchFamily="50" charset="0"/>
              </a:rPr>
              <a:t> entrega una mayor optimización y multiplicar por la traspuesta también, ¿por qué no usarlos ambos?</a:t>
            </a:r>
          </a:p>
          <a:p>
            <a:endParaRPr lang="es-CO" sz="2000">
              <a:latin typeface="LM Roman 10" panose="00000500000000000000" pitchFamily="50" charset="0"/>
            </a:endParaRPr>
          </a:p>
          <a:p>
            <a:r>
              <a:rPr lang="es-CO" sz="2000">
                <a:latin typeface="LM Roman 10" panose="00000500000000000000" pitchFamily="50" charset="0"/>
              </a:rPr>
              <a:t>Esta pregunta se implementó directamente en este último algoritmo arrojando resultados muy particulares los cuales son a principio contraintuitivos, pero luego de un análisis tienen mucho sentido.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71BC17E-D44D-600B-7DF0-46919831F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87" b="31"/>
          <a:stretch/>
        </p:blipFill>
        <p:spPr>
          <a:xfrm>
            <a:off x="6058202" y="2146300"/>
            <a:ext cx="529401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436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1F028-0805-DECD-B7D0-39D41729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latin typeface="Constantia"/>
              </a:rPr>
              <a:t>Resultados</a:t>
            </a:r>
            <a:r>
              <a:rPr lang="es-CO" b="1" dirty="0">
                <a:latin typeface="LM Roman 10"/>
              </a:rPr>
              <a:t>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20C300-1B2B-5218-2FB9-CDBA3218B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>
                <a:latin typeface="LM Mono 10"/>
              </a:rPr>
              <a:t>Tiempo con Fortran</a:t>
            </a:r>
            <a:endParaRPr lang="es-CO" dirty="0">
              <a:latin typeface="LM Mono 10" panose="00000509000000000000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>
                <a:latin typeface="LM Roman 10"/>
              </a:rPr>
              <a:t>Tiempo con C++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 err="1">
                <a:latin typeface="LM Roman 10"/>
              </a:rPr>
              <a:t>TIempo</a:t>
            </a:r>
            <a:r>
              <a:rPr lang="es-CO" dirty="0">
                <a:latin typeface="LM Roman 10"/>
              </a:rPr>
              <a:t> con Python</a:t>
            </a:r>
          </a:p>
        </p:txBody>
      </p:sp>
    </p:spTree>
    <p:extLst>
      <p:ext uri="{BB962C8B-B14F-4D97-AF65-F5344CB8AC3E}">
        <p14:creationId xmlns:p14="http://schemas.microsoft.com/office/powerpoint/2010/main" val="3435819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6AD40D-8FFE-DF11-B45E-877C540E9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59" y="212271"/>
            <a:ext cx="5120594" cy="674915"/>
          </a:xfrm>
        </p:spPr>
        <p:txBody>
          <a:bodyPr>
            <a:normAutofit/>
          </a:bodyPr>
          <a:lstStyle/>
          <a:p>
            <a:r>
              <a:rPr lang="es-CO" b="1">
                <a:latin typeface="Constantia"/>
                <a:cs typeface="Courier New"/>
              </a:rPr>
              <a:t>Optimización: </a:t>
            </a:r>
            <a:r>
              <a:rPr lang="es-CO" b="1" i="1">
                <a:latin typeface="Constantia"/>
                <a:cs typeface="Courier New"/>
              </a:rPr>
              <a:t>O0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C860D65-C9BD-F8CA-87DE-B776E6979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474" y="755876"/>
            <a:ext cx="6172200" cy="462915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B1C684-1A94-9651-7729-54536156B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8359" y="1041400"/>
            <a:ext cx="3932237" cy="203358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s-CO" i="1">
                <a:latin typeface="LM Roman 10" panose="00000500000000000000" pitchFamily="50" charset="0"/>
              </a:rPr>
              <a:t>Resultados Tiempos Promedios:</a:t>
            </a: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Normal: 10157.26 ms</a:t>
            </a: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Optimizada: </a:t>
            </a:r>
            <a:r>
              <a:rPr lang="es-CO" i="1">
                <a:latin typeface="LM Roman 10" panose="00000500000000000000" pitchFamily="50" charset="0"/>
                <a:ea typeface="+mn-lt"/>
                <a:cs typeface="+mn-lt"/>
              </a:rPr>
              <a:t>8133.74 ms</a:t>
            </a:r>
            <a:endParaRPr lang="es-CO" i="1">
              <a:latin typeface="LM Roman 10" panose="00000500000000000000" pitchFamily="50" charset="0"/>
            </a:endParaRP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Transpuesta: </a:t>
            </a:r>
            <a:r>
              <a:rPr lang="es-CO" i="1">
                <a:latin typeface="LM Roman 10" panose="00000500000000000000" pitchFamily="50" charset="0"/>
                <a:ea typeface="+mn-lt"/>
                <a:cs typeface="+mn-lt"/>
              </a:rPr>
              <a:t>8025.79 ms</a:t>
            </a: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Transpuesta Optimizada: </a:t>
            </a:r>
            <a:r>
              <a:rPr lang="es-CO" i="1">
                <a:latin typeface="LM Roman 10" panose="00000500000000000000" pitchFamily="50" charset="0"/>
                <a:ea typeface="+mn-lt"/>
                <a:cs typeface="+mn-lt"/>
              </a:rPr>
              <a:t>10158.78 ms</a:t>
            </a:r>
            <a:endParaRPr lang="es-CO" i="1">
              <a:latin typeface="LM Roman 10" panose="00000500000000000000" pitchFamily="50" charset="0"/>
            </a:endParaRPr>
          </a:p>
        </p:txBody>
      </p:sp>
      <p:pic>
        <p:nvPicPr>
          <p:cNvPr id="3" name="Imagen 2" descr="Gráfico, Gráfico de cajas y bigotes&#10;&#10;El contenido generado por inteligencia artificial puede ser incorrecto.">
            <a:extLst>
              <a:ext uri="{FF2B5EF4-FFF2-40B4-BE49-F238E27FC236}">
                <a16:creationId xmlns:a16="http://schemas.microsoft.com/office/drawing/2014/main" id="{A3A19C7D-7F59-813C-F144-41DFF7F51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27" y="2993571"/>
            <a:ext cx="4816930" cy="361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29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BD22-4EE4-D80A-7C9D-B53C9647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CA539-0581-8C7B-2361-72B9D9E4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59" y="212271"/>
            <a:ext cx="5120594" cy="674915"/>
          </a:xfrm>
        </p:spPr>
        <p:txBody>
          <a:bodyPr>
            <a:normAutofit/>
          </a:bodyPr>
          <a:lstStyle/>
          <a:p>
            <a:r>
              <a:rPr lang="es-CO" b="1">
                <a:latin typeface="Constantia"/>
                <a:cs typeface="Courier New"/>
              </a:rPr>
              <a:t>Optimización: </a:t>
            </a:r>
            <a:r>
              <a:rPr lang="es-CO" b="1" i="1">
                <a:latin typeface="Constantia"/>
                <a:cs typeface="Courier New"/>
              </a:rPr>
              <a:t>O2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8F7C61-2CE6-673F-6B08-14D40D456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8359" y="1041400"/>
            <a:ext cx="3932237" cy="20335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i="1">
                <a:latin typeface="LM Roman 10" panose="00000500000000000000" pitchFamily="50" charset="0"/>
              </a:rPr>
              <a:t>Resultados Tiempos Promedios:</a:t>
            </a: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Normal: 1409.52 ms</a:t>
            </a: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Optimizada: </a:t>
            </a:r>
            <a:r>
              <a:rPr lang="es-CO" i="1">
                <a:latin typeface="LM Roman 10" panose="00000500000000000000" pitchFamily="50" charset="0"/>
                <a:ea typeface="+mn-lt"/>
                <a:cs typeface="+mn-lt"/>
              </a:rPr>
              <a:t>697.60 ms</a:t>
            </a:r>
            <a:endParaRPr lang="es-CO" i="1">
              <a:latin typeface="LM Roman 10" panose="00000500000000000000" pitchFamily="50" charset="0"/>
            </a:endParaRP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Transpuesta: </a:t>
            </a:r>
            <a:r>
              <a:rPr lang="es-CO" i="1">
                <a:latin typeface="LM Roman 10" panose="00000500000000000000" pitchFamily="50" charset="0"/>
                <a:ea typeface="+mn-lt"/>
                <a:cs typeface="+mn-lt"/>
              </a:rPr>
              <a:t>338.81 ms</a:t>
            </a: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Transpuesta Optimizada: </a:t>
            </a:r>
            <a:r>
              <a:rPr lang="es-CO" i="1">
                <a:latin typeface="LM Roman 10" panose="00000500000000000000" pitchFamily="50" charset="0"/>
                <a:ea typeface="+mn-lt"/>
                <a:cs typeface="+mn-lt"/>
              </a:rPr>
              <a:t>1434.63ms</a:t>
            </a:r>
            <a:endParaRPr lang="es-CO" i="1">
              <a:latin typeface="LM Roman 10" panose="00000500000000000000" pitchFamily="50" charset="0"/>
            </a:endParaRPr>
          </a:p>
          <a:p>
            <a:endParaRPr lang="es-CO" i="1"/>
          </a:p>
        </p:txBody>
      </p:sp>
      <p:pic>
        <p:nvPicPr>
          <p:cNvPr id="8" name="Marcador de contenido 7" descr="Gráfico, Histo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D91FCABE-C7A7-3BA4-A45C-E98729256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7474" y="754687"/>
            <a:ext cx="6172200" cy="4631528"/>
          </a:xfrm>
        </p:spPr>
      </p:pic>
      <p:pic>
        <p:nvPicPr>
          <p:cNvPr id="9" name="Imagen 8" descr="Gráfico, Gráfico de cajas y bigotes&#10;&#10;El contenido generado por inteligencia artificial puede ser incorrecto.">
            <a:extLst>
              <a:ext uri="{FF2B5EF4-FFF2-40B4-BE49-F238E27FC236}">
                <a16:creationId xmlns:a16="http://schemas.microsoft.com/office/drawing/2014/main" id="{6BCC5DDA-A7DF-D3C9-B469-F70CC00D6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13" y="3002642"/>
            <a:ext cx="4980215" cy="364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89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5CF1-DA73-28EF-4C9F-E70EF0C2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7D27F-EDCE-44D7-C589-23A849DD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59" y="212271"/>
            <a:ext cx="5120594" cy="674915"/>
          </a:xfrm>
        </p:spPr>
        <p:txBody>
          <a:bodyPr>
            <a:normAutofit/>
          </a:bodyPr>
          <a:lstStyle/>
          <a:p>
            <a:r>
              <a:rPr lang="es-CO" b="1">
                <a:latin typeface="Constantia"/>
                <a:cs typeface="Courier New"/>
              </a:rPr>
              <a:t>Optimización: </a:t>
            </a:r>
            <a:r>
              <a:rPr lang="es-CO" b="1" i="1">
                <a:latin typeface="Constantia"/>
                <a:cs typeface="Courier New"/>
              </a:rPr>
              <a:t>O3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6009A7-B9CE-296A-47BA-CC58BE3CF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8359" y="1041400"/>
            <a:ext cx="3932237" cy="20335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i="1">
                <a:latin typeface="LM Roman 10" panose="00000500000000000000" pitchFamily="50" charset="0"/>
              </a:rPr>
              <a:t>Resultados Tiempos Promedios:</a:t>
            </a: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Normal: 1356.50 ms</a:t>
            </a: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Optimizada: </a:t>
            </a:r>
            <a:r>
              <a:rPr lang="es-CO" i="1">
                <a:latin typeface="LM Roman 10" panose="00000500000000000000" pitchFamily="50" charset="0"/>
                <a:ea typeface="+mn-lt"/>
                <a:cs typeface="+mn-lt"/>
              </a:rPr>
              <a:t>334.76 ms</a:t>
            </a:r>
            <a:endParaRPr lang="es-CO" i="1">
              <a:latin typeface="LM Roman 10" panose="00000500000000000000" pitchFamily="50" charset="0"/>
            </a:endParaRP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Transpuesta: </a:t>
            </a:r>
            <a:r>
              <a:rPr lang="es-CO" i="1">
                <a:latin typeface="LM Roman 10" panose="00000500000000000000" pitchFamily="50" charset="0"/>
                <a:ea typeface="+mn-lt"/>
                <a:cs typeface="+mn-lt"/>
              </a:rPr>
              <a:t>329.76 ms</a:t>
            </a:r>
          </a:p>
          <a:p>
            <a:pPr marL="285750" indent="-285750">
              <a:buChar char="•"/>
            </a:pPr>
            <a:r>
              <a:rPr lang="es-CO" i="1">
                <a:latin typeface="LM Roman 10" panose="00000500000000000000" pitchFamily="50" charset="0"/>
              </a:rPr>
              <a:t>Multiplicación Transpuesta Optimizada: </a:t>
            </a:r>
            <a:r>
              <a:rPr lang="es-CO" i="1">
                <a:latin typeface="LM Roman 10" panose="00000500000000000000" pitchFamily="50" charset="0"/>
                <a:ea typeface="+mn-lt"/>
                <a:cs typeface="+mn-lt"/>
              </a:rPr>
              <a:t>1384.62 ms</a:t>
            </a:r>
            <a:endParaRPr lang="es-CO" i="1">
              <a:latin typeface="LM Roman 10" panose="00000500000000000000" pitchFamily="50" charset="0"/>
            </a:endParaRPr>
          </a:p>
        </p:txBody>
      </p:sp>
      <p:pic>
        <p:nvPicPr>
          <p:cNvPr id="5" name="Imagen 4" descr="Gráfico, Gráfico de líneas&#10;&#10;El contenido generado por inteligencia artificial puede ser incorrecto.">
            <a:extLst>
              <a:ext uri="{FF2B5EF4-FFF2-40B4-BE49-F238E27FC236}">
                <a16:creationId xmlns:a16="http://schemas.microsoft.com/office/drawing/2014/main" id="{298720AA-081F-667C-485E-658499EC0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710" y="719591"/>
            <a:ext cx="6372224" cy="4820102"/>
          </a:xfrm>
          <a:prstGeom prst="rect">
            <a:avLst/>
          </a:prstGeom>
        </p:spPr>
      </p:pic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10151E8-95D6-DB52-2C9C-E6C4E32D8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s-ES"/>
          </a:p>
          <a:p>
            <a:pPr>
              <a:buNone/>
            </a:pPr>
            <a:endParaRPr lang="es-ES"/>
          </a:p>
        </p:txBody>
      </p:sp>
      <p:pic>
        <p:nvPicPr>
          <p:cNvPr id="11" name="Imagen 10" descr="Gráfico, Gráfico de cajas y bigotes&#10;&#10;El contenido generado por inteligencia artificial puede ser incorrecto.">
            <a:extLst>
              <a:ext uri="{FF2B5EF4-FFF2-40B4-BE49-F238E27FC236}">
                <a16:creationId xmlns:a16="http://schemas.microsoft.com/office/drawing/2014/main" id="{180CB7AE-2A3A-ED69-8CC1-D228E1F66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29" y="2984500"/>
            <a:ext cx="5098143" cy="38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753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F9A3-23C1-38BB-FC6A-6B11D7E1E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3FA33-75FC-173B-D240-51A5B45C3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82388"/>
            <a:ext cx="4727575" cy="1600200"/>
          </a:xfrm>
        </p:spPr>
        <p:txBody>
          <a:bodyPr/>
          <a:lstStyle/>
          <a:p>
            <a:r>
              <a:rPr lang="es-CO" b="1">
                <a:latin typeface="LM Roman 10" panose="00000500000000000000" pitchFamily="50" charset="0"/>
              </a:rPr>
              <a:t>Modelo de caché ideal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69B61E0B-4367-8B4F-0F35-EE025F4C9687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717708" y="2239370"/>
                <a:ext cx="4971732" cy="3335625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sz="2000">
                    <a:latin typeface="LM Roman 10" panose="00000500000000000000"/>
                  </a:rPr>
                  <a:t>Se usa un modelo donde la memoria está dividida en </a:t>
                </a:r>
                <a:r>
                  <a:rPr lang="es-ES" sz="2000" b="1">
                    <a:latin typeface="LM Roman 10" panose="00000500000000000000"/>
                  </a:rPr>
                  <a:t>líneas de caché</a:t>
                </a:r>
                <a:r>
                  <a:rPr lang="es-ES" sz="2000">
                    <a:latin typeface="LM Roman 10" panose="00000500000000000000"/>
                  </a:rPr>
                  <a:t> de tamaño donde la caché tiene una capacidad de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s-ES" sz="2000">
                    <a:latin typeface="LM Roman 10" panose="00000500000000000000"/>
                  </a:rPr>
                  <a:t> elementos.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sz="2000">
                    <a:latin typeface="LM Roman 10" panose="00000500000000000000"/>
                  </a:rPr>
                  <a:t>Cada acceso a memoria puede generar un </a:t>
                </a:r>
                <a:r>
                  <a:rPr lang="es-ES" sz="2000" b="1">
                    <a:latin typeface="LM Roman 10" panose="00000500000000000000"/>
                  </a:rPr>
                  <a:t>cache hit</a:t>
                </a:r>
                <a:r>
                  <a:rPr lang="es-ES" sz="2000">
                    <a:latin typeface="LM Roman 10" panose="00000500000000000000"/>
                  </a:rPr>
                  <a:t> (cuando el dato ya está en la caché) o una </a:t>
                </a:r>
                <a:r>
                  <a:rPr lang="es-ES" sz="2000" b="1">
                    <a:latin typeface="LM Roman 10" panose="00000500000000000000"/>
                  </a:rPr>
                  <a:t>cache miss</a:t>
                </a:r>
                <a:r>
                  <a:rPr lang="es-ES" sz="2000">
                    <a:latin typeface="LM Roman 10" panose="00000500000000000000"/>
                  </a:rPr>
                  <a:t> (cuando hay que traerlo desde la memoria principal).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>
                    <a:latin typeface="LM Roman 10" panose="00000500000000000000"/>
                  </a:rPr>
                  <a:t>En </a:t>
                </a:r>
                <a:r>
                  <a:rPr lang="en-GB" sz="2000" err="1">
                    <a:latin typeface="LM Roman 10" panose="00000500000000000000"/>
                  </a:rPr>
                  <a:t>lugar</a:t>
                </a:r>
                <a:r>
                  <a:rPr lang="en-GB" sz="2000">
                    <a:latin typeface="LM Roman 10" panose="00000500000000000000"/>
                  </a:rPr>
                  <a:t> de </a:t>
                </a:r>
                <a:r>
                  <a:rPr lang="en-GB" sz="2000" err="1">
                    <a:latin typeface="LM Roman 10" panose="00000500000000000000"/>
                  </a:rPr>
                  <a:t>multiplicar</a:t>
                </a:r>
                <a:r>
                  <a:rPr lang="en-GB" sz="2000">
                    <a:latin typeface="LM Roman 10" panose="00000500000000000000"/>
                  </a:rPr>
                  <a:t> matrices </a:t>
                </a:r>
                <a:r>
                  <a:rPr lang="en-GB" sz="2000" err="1">
                    <a:latin typeface="LM Roman 10" panose="00000500000000000000"/>
                  </a:rPr>
                  <a:t>completas</a:t>
                </a:r>
                <a:r>
                  <a:rPr lang="en-GB" sz="2000">
                    <a:latin typeface="LM Roman 10" panose="00000500000000000000"/>
                  </a:rPr>
                  <a:t> directamente, se </a:t>
                </a:r>
                <a:r>
                  <a:rPr lang="en-GB" sz="2000" err="1">
                    <a:latin typeface="LM Roman 10" panose="00000500000000000000"/>
                  </a:rPr>
                  <a:t>dividen</a:t>
                </a:r>
                <a:r>
                  <a:rPr lang="en-GB" sz="2000">
                    <a:latin typeface="LM Roman 10" panose="00000500000000000000"/>
                  </a:rPr>
                  <a:t> en </a:t>
                </a:r>
                <a:r>
                  <a:rPr lang="en-GB" sz="2000" b="1">
                    <a:latin typeface="LM Roman 10" panose="00000500000000000000"/>
                  </a:rPr>
                  <a:t>submatrices</a:t>
                </a:r>
                <a:r>
                  <a:rPr lang="en-GB" sz="2000">
                    <a:latin typeface="LM Roman 10" panose="00000500000000000000"/>
                  </a:rPr>
                  <a:t> de </a:t>
                </a:r>
                <a:r>
                  <a:rPr lang="en-GB" sz="2000" err="1">
                    <a:latin typeface="LM Roman 10" panose="00000500000000000000"/>
                  </a:rPr>
                  <a:t>tamaño</a:t>
                </a:r>
                <a:r>
                  <a:rPr lang="en-GB" sz="2000">
                    <a:latin typeface="LM Roman 10" panose="0000050000000000000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2000">
                    <a:latin typeface="LM Roman 10" panose="00000500000000000000"/>
                  </a:rPr>
                  <a:t>.</a:t>
                </a:r>
                <a:endParaRPr lang="es-CO" sz="2000">
                  <a:latin typeface="LM Roman 10" panose="00000500000000000000"/>
                </a:endParaRPr>
              </a:p>
            </p:txBody>
          </p:sp>
        </mc:Choice>
        <mc:Fallback xmlns="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69B61E0B-4367-8B4F-0F35-EE025F4C9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717708" y="2239370"/>
                <a:ext cx="4971732" cy="3335625"/>
              </a:xfrm>
              <a:blipFill>
                <a:blip r:embed="rId2"/>
                <a:stretch>
                  <a:fillRect l="-1104" t="-1825" r="-245" b="-4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0EB2139-1E52-6947-95D6-50EE66337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7300"/>
            <a:ext cx="5268060" cy="3839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FFA578-30F3-D684-2AAB-38C4787B9B61}"/>
              </a:ext>
            </a:extLst>
          </p:cNvPr>
          <p:cNvSpPr txBox="1"/>
          <p:nvPr/>
        </p:nvSpPr>
        <p:spPr>
          <a:xfrm>
            <a:off x="6368624" y="5405718"/>
            <a:ext cx="47228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err="1">
                <a:latin typeface="LM Roman 10" panose="00000500000000000000"/>
              </a:rPr>
              <a:t>Figura</a:t>
            </a:r>
            <a:r>
              <a:rPr lang="en-GB" sz="1600" i="1">
                <a:latin typeface="LM Roman 10" panose="00000500000000000000"/>
              </a:rPr>
              <a:t> xx: </a:t>
            </a:r>
            <a:r>
              <a:rPr lang="en-GB" sz="1600" i="1" err="1">
                <a:latin typeface="LM Roman 10" panose="00000500000000000000"/>
              </a:rPr>
              <a:t>Modelo</a:t>
            </a:r>
            <a:r>
              <a:rPr lang="en-GB" sz="1600" i="1">
                <a:latin typeface="LM Roman 10" panose="00000500000000000000"/>
              </a:rPr>
              <a:t> de cache ideal. </a:t>
            </a:r>
            <a:r>
              <a:rPr lang="en-GB" sz="1600" i="1" err="1">
                <a:latin typeface="LM Roman 10" panose="00000500000000000000"/>
              </a:rPr>
              <a:t>Tomado</a:t>
            </a:r>
            <a:r>
              <a:rPr lang="en-GB" sz="1600" i="1">
                <a:latin typeface="LM Roman 10" panose="00000500000000000000"/>
              </a:rPr>
              <a:t> de [1]</a:t>
            </a:r>
          </a:p>
        </p:txBody>
      </p:sp>
    </p:spTree>
    <p:extLst>
      <p:ext uri="{BB962C8B-B14F-4D97-AF65-F5344CB8AC3E}">
        <p14:creationId xmlns:p14="http://schemas.microsoft.com/office/powerpoint/2010/main" val="2842134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0723B-30B7-0775-D1D6-348C7B61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28C71-3DC7-A4A2-EF55-A5419A2E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>
                <a:latin typeface="LM Roman 10" panose="00000500000000000000" pitchFamily="50" charset="0"/>
              </a:rPr>
              <a:t>Modelo de caché ideal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33EE6E23-2FD6-B00C-C260-EA8944132B3D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717709" y="2323209"/>
                <a:ext cx="4971732" cy="3421063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sz="2000">
                    <a:latin typeface="LM Roman 10" panose="00000500000000000000"/>
                  </a:rPr>
                  <a:t>Esto permite que los bloques se mantengan más tiempo en la caché, reduciendo el número de accesos a memoria principal.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>
                    <a:latin typeface="LM Roman 10" panose="00000500000000000000"/>
                  </a:rPr>
                  <a:t>Cada bloque tiene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000">
                    <a:latin typeface="LM Roman 10" panose="00000500000000000000"/>
                  </a:rPr>
                  <a:t> elementos, por lo que para 3 matrices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endParaRPr lang="en-GB" sz="2000" b="0">
                  <a:latin typeface="LM Roman 10" panose="00000500000000000000"/>
                  <a:ea typeface="Cambria Math" panose="02040503050406030204" pitchFamily="18" charset="0"/>
                </a:endParaRPr>
              </a:p>
              <a:p>
                <a:endParaRPr lang="en-GB" sz="2400" b="0">
                  <a:latin typeface="LM Roman 10" panose="0000050000000000000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ad>
                        <m:radPr>
                          <m:degHide m:val="on"/>
                          <m:ctrl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rad>
                    </m:oMath>
                  </m:oMathPara>
                </a14:m>
                <a:endParaRPr lang="pt-BR" sz="2000">
                  <a:latin typeface="LM Roman 10" panose="00000500000000000000"/>
                </a:endParaRPr>
              </a:p>
            </p:txBody>
          </p:sp>
        </mc:Choice>
        <mc:Fallback xmlns="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33EE6E23-2FD6-B00C-C260-EA8944132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717709" y="2323209"/>
                <a:ext cx="4971732" cy="3421063"/>
              </a:xfrm>
              <a:blipFill>
                <a:blip r:embed="rId2"/>
                <a:stretch>
                  <a:fillRect l="-1104" t="-1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1BF76F3-B35B-E023-4AFE-E7E409825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7300"/>
            <a:ext cx="5268060" cy="3839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328645-9431-C207-ABE4-0F791B85F04A}"/>
              </a:ext>
            </a:extLst>
          </p:cNvPr>
          <p:cNvSpPr txBox="1"/>
          <p:nvPr/>
        </p:nvSpPr>
        <p:spPr>
          <a:xfrm>
            <a:off x="6368624" y="5405718"/>
            <a:ext cx="47228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err="1">
                <a:latin typeface="LM Roman 10" panose="00000500000000000000"/>
              </a:rPr>
              <a:t>Figura</a:t>
            </a:r>
            <a:r>
              <a:rPr lang="en-GB" sz="1600" i="1">
                <a:latin typeface="LM Roman 10" panose="00000500000000000000"/>
              </a:rPr>
              <a:t> xx: </a:t>
            </a:r>
            <a:r>
              <a:rPr lang="en-GB" sz="1600" i="1" err="1">
                <a:latin typeface="LM Roman 10" panose="00000500000000000000"/>
              </a:rPr>
              <a:t>Modelo</a:t>
            </a:r>
            <a:r>
              <a:rPr lang="en-GB" sz="1600" i="1">
                <a:latin typeface="LM Roman 10" panose="00000500000000000000"/>
              </a:rPr>
              <a:t> de cache ideal. </a:t>
            </a:r>
            <a:r>
              <a:rPr lang="en-GB" sz="1600" i="1" err="1">
                <a:latin typeface="LM Roman 10" panose="00000500000000000000"/>
              </a:rPr>
              <a:t>Tomado</a:t>
            </a:r>
            <a:r>
              <a:rPr lang="en-GB" sz="1600" i="1">
                <a:latin typeface="LM Roman 10" panose="00000500000000000000"/>
              </a:rPr>
              <a:t> de [1]</a:t>
            </a:r>
          </a:p>
        </p:txBody>
      </p:sp>
    </p:spTree>
    <p:extLst>
      <p:ext uri="{BB962C8B-B14F-4D97-AF65-F5344CB8AC3E}">
        <p14:creationId xmlns:p14="http://schemas.microsoft.com/office/powerpoint/2010/main" val="322479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E64E-4C5D-8670-C31B-56054A0D3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C4FE64B5-0B2C-F62A-165E-C20ACD4ED4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9788" y="457200"/>
                <a:ext cx="4727575" cy="1600200"/>
              </a:xfrm>
            </p:spPr>
            <p:txBody>
              <a:bodyPr/>
              <a:lstStyle/>
              <a:p>
                <a:r>
                  <a:rPr lang="es-CO" b="1">
                    <a:latin typeface="LM Roman 10" panose="00000500000000000000" pitchFamily="50" charset="0"/>
                  </a:rPr>
                  <a:t>Almacenamiento de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</m:oMath>
                </a14:m>
                <a:endParaRPr lang="es-CO" b="1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C4FE64B5-0B2C-F62A-165E-C20ACD4ED4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9788" y="457200"/>
                <a:ext cx="4727575" cy="1600200"/>
              </a:xfrm>
              <a:blipFill>
                <a:blip r:embed="rId2"/>
                <a:stretch>
                  <a:fillRect l="-3355" b="-1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986F1862-2710-B611-3CE8-F6C33B27232B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717709" y="2323209"/>
                <a:ext cx="4971732" cy="3421063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>
                    <a:latin typeface="LM Roman 10" panose="00000500000000000000"/>
                  </a:rPr>
                  <a:t>Una fila de la </a:t>
                </a:r>
                <a:r>
                  <a:rPr lang="en-GB" sz="2000" err="1">
                    <a:latin typeface="LM Roman 10" panose="00000500000000000000"/>
                  </a:rPr>
                  <a:t>submatriz</a:t>
                </a:r>
                <a:r>
                  <a:rPr lang="en-GB" sz="2000">
                    <a:latin typeface="LM Roman 10" panose="00000500000000000000"/>
                  </a:rPr>
                  <a:t> </a:t>
                </a:r>
                <a:r>
                  <a:rPr lang="en-GB" sz="2000" err="1">
                    <a:latin typeface="LM Roman 10" panose="00000500000000000000"/>
                  </a:rPr>
                  <a:t>ocupa</a:t>
                </a:r>
                <a:r>
                  <a:rPr lang="en-GB" sz="2000">
                    <a:latin typeface="LM Roman 10" panose="00000500000000000000"/>
                  </a:rPr>
                  <a:t> </a:t>
                </a:r>
                <a:r>
                  <a:rPr lang="en-GB" sz="2000" err="1">
                    <a:latin typeface="LM Roman 10" panose="00000500000000000000"/>
                  </a:rPr>
                  <a:t>aproximadamente</a:t>
                </a:r>
                <a:r>
                  <a:rPr lang="en-GB" sz="2000">
                    <a:latin typeface="LM Roman 10" panose="0000050000000000000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GB" sz="2000">
                    <a:latin typeface="LM Roman 10" panose="00000500000000000000"/>
                  </a:rPr>
                  <a:t> </a:t>
                </a:r>
                <a:r>
                  <a:rPr lang="en-GB" sz="2000" err="1">
                    <a:latin typeface="LM Roman 10" panose="00000500000000000000"/>
                  </a:rPr>
                  <a:t>líneas</a:t>
                </a:r>
                <a:r>
                  <a:rPr lang="en-GB" sz="2000">
                    <a:latin typeface="LM Roman 10" panose="00000500000000000000"/>
                  </a:rPr>
                  <a:t> de cache.</a:t>
                </a:r>
              </a:p>
              <a:p>
                <a:endParaRPr lang="en-GB" sz="2000" b="0">
                  <a:latin typeface="LM Roman 10" panose="0000050000000000000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2000" b="0">
                  <a:latin typeface="LM Roman 10" panose="00000500000000000000"/>
                  <a:ea typeface="Cambria Math" panose="02040503050406030204" pitchFamily="18" charset="0"/>
                </a:endParaRPr>
              </a:p>
              <a:p>
                <a:pPr algn="ctr"/>
                <a:endParaRPr lang="pt-BR" sz="2000">
                  <a:latin typeface="LM Roman 10" panose="000005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>
                    <a:latin typeface="LM Roman 10" panose="00000500000000000000"/>
                  </a:rPr>
                  <a:t>En donde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000">
                    <a:latin typeface="LM Roman 10" panose="00000500000000000000"/>
                  </a:rPr>
                  <a:t>proviene del hecho de que incluso si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" sz="2000">
                    <a:latin typeface="LM Roman 10" panose="00000500000000000000"/>
                  </a:rPr>
                  <a:t> es menor que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s-ES" sz="2000">
                    <a:latin typeface="LM Roman 10" panose="00000500000000000000"/>
                  </a:rPr>
                  <a:t>, se necesita al menos una línea por fila.</a:t>
                </a:r>
                <a:endParaRPr lang="pt-BR" sz="2000">
                  <a:latin typeface="LM Roman 10" panose="00000500000000000000"/>
                </a:endParaRPr>
              </a:p>
            </p:txBody>
          </p:sp>
        </mc:Choice>
        <mc:Fallback xmlns="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986F1862-2710-B611-3CE8-F6C33B2723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717709" y="2323209"/>
                <a:ext cx="4971732" cy="3421063"/>
              </a:xfrm>
              <a:blipFill>
                <a:blip r:embed="rId3"/>
                <a:stretch>
                  <a:fillRect l="-1104" t="-6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ítulo 1">
            <a:extLst>
              <a:ext uri="{FF2B5EF4-FFF2-40B4-BE49-F238E27FC236}">
                <a16:creationId xmlns:a16="http://schemas.microsoft.com/office/drawing/2014/main" id="{8FEE2B29-1A55-B36A-633C-DBD52DEF9230}"/>
              </a:ext>
            </a:extLst>
          </p:cNvPr>
          <p:cNvSpPr txBox="1">
            <a:spLocks/>
          </p:cNvSpPr>
          <p:nvPr/>
        </p:nvSpPr>
        <p:spPr>
          <a:xfrm>
            <a:off x="6096000" y="457200"/>
            <a:ext cx="4727575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b="1">
              <a:latin typeface="LM Roman 10" panose="00000500000000000000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texto 3">
                <a:extLst>
                  <a:ext uri="{FF2B5EF4-FFF2-40B4-BE49-F238E27FC236}">
                    <a16:creationId xmlns:a16="http://schemas.microsoft.com/office/drawing/2014/main" id="{56AD570B-985E-DE01-4E4F-69DFBB2FB8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2323209"/>
                <a:ext cx="4971732" cy="34210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000">
                    <a:latin typeface="LM Roman 10" panose="00000500000000000000"/>
                  </a:rPr>
                  <a:t>proviene del caso en el que una fila completa no cabe en una sola línea, por lo que hay un número adicional de líneas de caché necesarias.</a:t>
                </a:r>
                <a:endParaRPr lang="pt-BR" sz="2000">
                  <a:latin typeface="LM Roman 10" panose="00000500000000000000"/>
                </a:endParaRPr>
              </a:p>
            </p:txBody>
          </p:sp>
        </mc:Choice>
        <mc:Fallback xmlns="">
          <p:sp>
            <p:nvSpPr>
              <p:cNvPr id="7" name="Marcador de texto 3">
                <a:extLst>
                  <a:ext uri="{FF2B5EF4-FFF2-40B4-BE49-F238E27FC236}">
                    <a16:creationId xmlns:a16="http://schemas.microsoft.com/office/drawing/2014/main" id="{56AD570B-985E-DE01-4E4F-69DFBB2FB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23209"/>
                <a:ext cx="4971732" cy="3421063"/>
              </a:xfrm>
              <a:prstGeom prst="rect">
                <a:avLst/>
              </a:prstGeom>
              <a:blipFill>
                <a:blip r:embed="rId4"/>
                <a:stretch>
                  <a:fillRect l="-1103" t="-20321" r="-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869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C6C88-80EC-838D-A7B9-A23395B3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0A08C-B403-F4D0-423C-C4BE79C8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n-GB" b="1">
                <a:latin typeface="LM Roman 10" panose="00000500000000000000" pitchFamily="50" charset="0"/>
              </a:rPr>
              <a:t>BLOCK-MULT </a:t>
            </a:r>
            <a:r>
              <a:rPr lang="en-GB" b="1" err="1">
                <a:latin typeface="LM Roman 10" panose="00000500000000000000" pitchFamily="50" charset="0"/>
              </a:rPr>
              <a:t>algoritmo</a:t>
            </a:r>
            <a:endParaRPr lang="es-CO" b="1">
              <a:latin typeface="LM Roman 10" panose="00000500000000000000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F2DCCD33-839F-C1F3-69EE-CCB4316D68FB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717709" y="2323209"/>
                <a:ext cx="4971732" cy="3421063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>
                    <a:latin typeface="LM Roman 10" panose="00000500000000000000"/>
                  </a:rPr>
                  <a:t>Con </a:t>
                </a:r>
                <a:r>
                  <a:rPr lang="en-GB" sz="2000" err="1">
                    <a:latin typeface="LM Roman 10" panose="00000500000000000000"/>
                  </a:rPr>
                  <a:t>el</a:t>
                </a:r>
                <a:r>
                  <a:rPr lang="en-GB" sz="2000">
                    <a:latin typeface="LM Roman 10" panose="00000500000000000000"/>
                  </a:rPr>
                  <a:t> </a:t>
                </a:r>
                <a:r>
                  <a:rPr lang="en-GB" sz="2000" err="1">
                    <a:latin typeface="LM Roman 10" panose="00000500000000000000"/>
                  </a:rPr>
                  <a:t>modelo</a:t>
                </a:r>
                <a:r>
                  <a:rPr lang="en-GB" sz="2000">
                    <a:latin typeface="LM Roman 10" panose="00000500000000000000"/>
                  </a:rPr>
                  <a:t> para </a:t>
                </a:r>
                <a:r>
                  <a:rPr lang="en-GB" sz="2000" err="1">
                    <a:latin typeface="LM Roman 10" panose="00000500000000000000"/>
                  </a:rPr>
                  <a:t>almacenar</a:t>
                </a:r>
                <a:r>
                  <a:rPr lang="en-GB" sz="2000">
                    <a:latin typeface="LM Roman 10" panose="00000500000000000000"/>
                  </a:rPr>
                  <a:t> </a:t>
                </a:r>
                <a:r>
                  <a:rPr lang="en-GB" sz="2000" err="1">
                    <a:latin typeface="LM Roman 10" panose="00000500000000000000"/>
                  </a:rPr>
                  <a:t>informacion</a:t>
                </a:r>
                <a:r>
                  <a:rPr lang="en-GB" sz="2000">
                    <a:latin typeface="LM Roman 10" panose="00000500000000000000"/>
                  </a:rPr>
                  <a:t> de </a:t>
                </a:r>
                <a:r>
                  <a:rPr lang="en-GB" sz="2000" err="1">
                    <a:latin typeface="LM Roman 10" panose="00000500000000000000"/>
                  </a:rPr>
                  <a:t>cada</a:t>
                </a:r>
                <a:r>
                  <a:rPr lang="en-GB" sz="2000">
                    <a:latin typeface="LM Roman 10" panose="00000500000000000000"/>
                  </a:rPr>
                  <a:t> </a:t>
                </a:r>
                <a:r>
                  <a:rPr lang="en-GB" sz="2000" err="1">
                    <a:latin typeface="LM Roman 10" panose="00000500000000000000"/>
                  </a:rPr>
                  <a:t>matriz</a:t>
                </a:r>
                <a:r>
                  <a:rPr lang="en-GB" sz="2000">
                    <a:latin typeface="LM Roman 10" panose="00000500000000000000"/>
                  </a:rPr>
                  <a:t> </a:t>
                </a:r>
                <a:r>
                  <a:rPr lang="en-GB" sz="2000" err="1">
                    <a:latin typeface="LM Roman 10" panose="00000500000000000000"/>
                  </a:rPr>
                  <a:t>obtenemos</a:t>
                </a:r>
                <a:r>
                  <a:rPr lang="en-GB" sz="2000">
                    <a:latin typeface="LM Roman 10" panose="0000050000000000000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skw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2000">
                    <a:latin typeface="LM Roman 10" panose="00000500000000000000"/>
                  </a:rPr>
                  <a:t>, </a:t>
                </a:r>
                <a:r>
                  <a:rPr lang="en-GB" sz="2000" err="1">
                    <a:latin typeface="LM Roman 10" panose="00000500000000000000"/>
                  </a:rPr>
                  <a:t>por</a:t>
                </a:r>
                <a:r>
                  <a:rPr lang="en-GB" sz="2000">
                    <a:latin typeface="LM Roman 10" panose="00000500000000000000"/>
                  </a:rPr>
                  <a:t> </a:t>
                </a:r>
                <a:r>
                  <a:rPr lang="en-GB" sz="2000" err="1">
                    <a:latin typeface="LM Roman 10" panose="00000500000000000000"/>
                  </a:rPr>
                  <a:t>ende</a:t>
                </a:r>
                <a:r>
                  <a:rPr lang="en-GB" sz="2000">
                    <a:latin typeface="LM Roman 10" panose="00000500000000000000"/>
                  </a:rPr>
                  <a:t>:</a:t>
                </a:r>
              </a:p>
              <a:p>
                <a:endParaRPr lang="en-GB" sz="2000" b="0">
                  <a:latin typeface="LM Roman 10" panose="0000050000000000000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skw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GB" sz="2000" b="0">
                  <a:latin typeface="LM Roman 10" panose="00000500000000000000"/>
                  <a:ea typeface="Cambria Math" panose="02040503050406030204" pitchFamily="18" charset="0"/>
                </a:endParaRPr>
              </a:p>
              <a:p>
                <a:pPr algn="ctr"/>
                <a:endParaRPr lang="pt-BR" sz="2000">
                  <a:latin typeface="LM Roman 10" panose="000005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err="1">
                    <a:latin typeface="LM Roman 10" panose="00000500000000000000"/>
                  </a:rPr>
                  <a:t>Sustituyendo</a:t>
                </a:r>
                <a:r>
                  <a:rPr lang="en-GB" sz="2000">
                    <a:latin typeface="LM Roman 10" panose="00000500000000000000"/>
                  </a:rPr>
                  <a:t> 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ad>
                      <m:radPr>
                        <m:degHide m:val="on"/>
                        <m:ctrlP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rad>
                  </m:oMath>
                </a14:m>
                <a:endParaRPr lang="pt-BR" sz="2000">
                  <a:latin typeface="LM Roman 10" panose="0000050000000000000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>
                  <a:latin typeface="LM Roman 10" panose="0000050000000000000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GB" sz="2000" b="0">
                  <a:latin typeface="LM Roman 10" panose="00000500000000000000"/>
                  <a:ea typeface="Cambria Math" panose="02040503050406030204" pitchFamily="18" charset="0"/>
                </a:endParaRPr>
              </a:p>
              <a:p>
                <a:pPr algn="ctr"/>
                <a:endParaRPr lang="pt-BR" sz="2000">
                  <a:latin typeface="LM Roman 10" panose="00000500000000000000"/>
                </a:endParaRPr>
              </a:p>
            </p:txBody>
          </p:sp>
        </mc:Choice>
        <mc:Fallback xmlns="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F2DCCD33-839F-C1F3-69EE-CCB4316D6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717709" y="2323209"/>
                <a:ext cx="4971732" cy="3421063"/>
              </a:xfrm>
              <a:blipFill>
                <a:blip r:embed="rId2"/>
                <a:stretch>
                  <a:fillRect l="-1104" t="-1783" b="-2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ítulo 1">
            <a:extLst>
              <a:ext uri="{FF2B5EF4-FFF2-40B4-BE49-F238E27FC236}">
                <a16:creationId xmlns:a16="http://schemas.microsoft.com/office/drawing/2014/main" id="{CABA6B68-B2A8-0E76-7289-3F2706E64A78}"/>
              </a:ext>
            </a:extLst>
          </p:cNvPr>
          <p:cNvSpPr txBox="1">
            <a:spLocks/>
          </p:cNvSpPr>
          <p:nvPr/>
        </p:nvSpPr>
        <p:spPr>
          <a:xfrm>
            <a:off x="6096000" y="457200"/>
            <a:ext cx="4727575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b="1">
              <a:latin typeface="LM Roman 10" panose="00000500000000000000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texto 3">
                <a:extLst>
                  <a:ext uri="{FF2B5EF4-FFF2-40B4-BE49-F238E27FC236}">
                    <a16:creationId xmlns:a16="http://schemas.microsoft.com/office/drawing/2014/main" id="{66C0F059-4751-FF7D-D3DF-424E071287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2632491"/>
                <a:ext cx="4971732" cy="34210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>
                    <a:latin typeface="LM Roman 10" panose="00000500000000000000"/>
                  </a:rPr>
                  <a:t>: </a:t>
                </a:r>
                <a:r>
                  <a:rPr lang="es-ES" sz="2000">
                    <a:latin typeface="LM Roman 10" panose="00000500000000000000"/>
                  </a:rPr>
                  <a:t>costo mínimo de acceder a cada elemento al menos una vez.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skw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2000">
                    <a:latin typeface="LM Roman 10" panose="00000500000000000000"/>
                  </a:rPr>
                  <a:t>: </a:t>
                </a:r>
                <a:r>
                  <a:rPr lang="es-ES" sz="2000">
                    <a:latin typeface="LM Roman 10" panose="00000500000000000000"/>
                  </a:rPr>
                  <a:t>Acceso a grupos de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s-ES" sz="2000">
                    <a:latin typeface="LM Roman 10" panose="00000500000000000000"/>
                  </a:rPr>
                  <a:t> elementos a la vez.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ad>
                              <m:radPr>
                                <m:degHide m:val="on"/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GB" sz="2000" b="0">
                    <a:latin typeface="LM Roman 10" panose="00000500000000000000"/>
                    <a:ea typeface="Cambria Math" panose="02040503050406030204" pitchFamily="18" charset="0"/>
                  </a:rPr>
                  <a:t>: </a:t>
                </a:r>
                <a:r>
                  <a:rPr lang="es-ES" sz="2000">
                    <a:latin typeface="LM Roman 10" panose="00000500000000000000"/>
                  </a:rPr>
                  <a:t>los cache </a:t>
                </a:r>
                <a:r>
                  <a:rPr lang="es-ES" sz="2000" err="1">
                    <a:latin typeface="LM Roman 10" panose="00000500000000000000"/>
                  </a:rPr>
                  <a:t>misses</a:t>
                </a:r>
                <a:r>
                  <a:rPr lang="es-ES" sz="2000">
                    <a:latin typeface="LM Roman 10" panose="00000500000000000000"/>
                  </a:rPr>
                  <a:t> causados por la transferencia de bloques de datos cuando la matriz no cabe completamente en la caché.</a:t>
                </a:r>
                <a:endParaRPr lang="en-GB" sz="2000" b="0">
                  <a:latin typeface="LM Roman 10" panose="0000050000000000000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>
                  <a:latin typeface="LM Roman 10" panose="00000500000000000000"/>
                </a:endParaRPr>
              </a:p>
            </p:txBody>
          </p:sp>
        </mc:Choice>
        <mc:Fallback xmlns="">
          <p:sp>
            <p:nvSpPr>
              <p:cNvPr id="7" name="Marcador de texto 3">
                <a:extLst>
                  <a:ext uri="{FF2B5EF4-FFF2-40B4-BE49-F238E27FC236}">
                    <a16:creationId xmlns:a16="http://schemas.microsoft.com/office/drawing/2014/main" id="{66C0F059-4751-FF7D-D3DF-424E07128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632491"/>
                <a:ext cx="4971732" cy="3421063"/>
              </a:xfrm>
              <a:prstGeom prst="rect">
                <a:avLst/>
              </a:prstGeom>
              <a:blipFill>
                <a:blip r:embed="rId3"/>
                <a:stretch>
                  <a:fillRect l="-1103" t="-1961" r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235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366D9-E09C-40CB-341C-CB608BC80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27960"/>
            <a:ext cx="9144000" cy="1402080"/>
          </a:xfrm>
        </p:spPr>
        <p:txBody>
          <a:bodyPr>
            <a:normAutofit fontScale="90000"/>
          </a:bodyPr>
          <a:lstStyle/>
          <a:p>
            <a:r>
              <a:rPr lang="es-CO" sz="9600">
                <a:latin typeface="LM Roman 10" panose="00000500000000000000" pitchFamily="50" charset="0"/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36665193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Tema de Office</vt:lpstr>
      <vt:lpstr>Tiempo de Computo</vt:lpstr>
      <vt:lpstr>Preámbulo del código (antes del main)</vt:lpstr>
      <vt:lpstr>Preámbulo del código (antes del main)</vt:lpstr>
      <vt:lpstr>Inicialización (main)</vt:lpstr>
      <vt:lpstr>Multiplicación tradicional</vt:lpstr>
      <vt:lpstr>Multiplicación optimizada (i-k-j)</vt:lpstr>
      <vt:lpstr>Multiplicación directa por traspuesta</vt:lpstr>
      <vt:lpstr>Multiplicación directa por traspuesta ¿optimizada?</vt:lpstr>
      <vt:lpstr>Resultados </vt:lpstr>
      <vt:lpstr>Optimización: O0</vt:lpstr>
      <vt:lpstr>Optimización: O2</vt:lpstr>
      <vt:lpstr>Optimización: O3</vt:lpstr>
      <vt:lpstr>Modelo de caché ideal</vt:lpstr>
      <vt:lpstr>Modelo de caché ideal</vt:lpstr>
      <vt:lpstr>Almacenamiento de s×s</vt:lpstr>
      <vt:lpstr>BLOCK-MULT algoritmo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SEBASTIAN MANRIQUE MORENO</dc:creator>
  <cp:revision>19</cp:revision>
  <dcterms:created xsi:type="dcterms:W3CDTF">2025-03-31T14:39:01Z</dcterms:created>
  <dcterms:modified xsi:type="dcterms:W3CDTF">2025-05-09T14:24:16Z</dcterms:modified>
</cp:coreProperties>
</file>