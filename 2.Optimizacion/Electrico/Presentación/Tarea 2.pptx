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99" r:id="rId7"/>
    <p:sldId id="258" r:id="rId8"/>
    <p:sldId id="277" r:id="rId9"/>
    <p:sldId id="278" r:id="rId10"/>
    <p:sldId id="259" r:id="rId11"/>
    <p:sldId id="279" r:id="rId12"/>
    <p:sldId id="260" r:id="rId13"/>
    <p:sldId id="280" r:id="rId14"/>
    <p:sldId id="281" r:id="rId15"/>
    <p:sldId id="26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72" r:id="rId27"/>
    <p:sldId id="293" r:id="rId28"/>
    <p:sldId id="294" r:id="rId29"/>
    <p:sldId id="295" r:id="rId30"/>
    <p:sldId id="296" r:id="rId31"/>
    <p:sldId id="297" r:id="rId32"/>
    <p:sldId id="298" r:id="rId33"/>
    <p:sldId id="302" r:id="rId34"/>
    <p:sldId id="303" r:id="rId35"/>
    <p:sldId id="306" r:id="rId36"/>
    <p:sldId id="305" r:id="rId37"/>
    <p:sldId id="307" r:id="rId38"/>
    <p:sldId id="276" r:id="rId3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83495-CE13-4A5E-BFD4-B5C0BAF58B26}" v="6" dt="2025-04-29T11:49:15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TALERO PARRA" userId="S::stalerop@udistrital.edu.co::26a59e6f-ba71-4578-9490-b57439b3e7f0" providerId="AD" clId="Web-{A729691D-AE2C-4979-D909-13F15E054E81}"/>
    <pc:docChg chg="addSld delSld modSld sldOrd">
      <pc:chgData name="SANTIAGO TALERO PARRA" userId="S::stalerop@udistrital.edu.co::26a59e6f-ba71-4578-9490-b57439b3e7f0" providerId="AD" clId="Web-{A729691D-AE2C-4979-D909-13F15E054E81}" dt="2025-04-24T08:44:47.626" v="1032" actId="20577"/>
      <pc:docMkLst>
        <pc:docMk/>
      </pc:docMkLst>
      <pc:sldChg chg="addSp delSp modSp">
        <pc:chgData name="SANTIAGO TALERO PARRA" userId="S::stalerop@udistrital.edu.co::26a59e6f-ba71-4578-9490-b57439b3e7f0" providerId="AD" clId="Web-{A729691D-AE2C-4979-D909-13F15E054E81}" dt="2025-04-24T06:21:23.694" v="151" actId="14100"/>
        <pc:sldMkLst>
          <pc:docMk/>
          <pc:sldMk cId="1298462765" sldId="258"/>
        </pc:sldMkLst>
        <pc:spChg chg="mod">
          <ac:chgData name="SANTIAGO TALERO PARRA" userId="S::stalerop@udistrital.edu.co::26a59e6f-ba71-4578-9490-b57439b3e7f0" providerId="AD" clId="Web-{A729691D-AE2C-4979-D909-13F15E054E81}" dt="2025-04-24T06:08:02.956" v="72" actId="20577"/>
          <ac:spMkLst>
            <pc:docMk/>
            <pc:sldMk cId="1298462765" sldId="258"/>
            <ac:spMk id="2" creationId="{A873D618-B979-09D4-1AEE-C229D17C6142}"/>
          </ac:spMkLst>
        </pc:spChg>
        <pc:spChg chg="add mod">
          <ac:chgData name="SANTIAGO TALERO PARRA" userId="S::stalerop@udistrital.edu.co::26a59e6f-ba71-4578-9490-b57439b3e7f0" providerId="AD" clId="Web-{A729691D-AE2C-4979-D909-13F15E054E81}" dt="2025-04-24T06:10:53.650" v="90" actId="14100"/>
          <ac:spMkLst>
            <pc:docMk/>
            <pc:sldMk cId="1298462765" sldId="258"/>
            <ac:spMk id="6" creationId="{AFEA1A12-9DE0-C01B-E94F-18D59E5C168D}"/>
          </ac:spMkLst>
        </pc:spChg>
        <pc:picChg chg="add mod modCrop">
          <ac:chgData name="SANTIAGO TALERO PARRA" userId="S::stalerop@udistrital.edu.co::26a59e6f-ba71-4578-9490-b57439b3e7f0" providerId="AD" clId="Web-{A729691D-AE2C-4979-D909-13F15E054E81}" dt="2025-04-24T06:21:23.694" v="151" actId="14100"/>
          <ac:picMkLst>
            <pc:docMk/>
            <pc:sldMk cId="1298462765" sldId="258"/>
            <ac:picMk id="3" creationId="{E54CD910-ED84-6A11-5E91-CE3380363B66}"/>
          </ac:picMkLst>
        </pc:picChg>
        <pc:cxnChg chg="add mod">
          <ac:chgData name="SANTIAGO TALERO PARRA" userId="S::stalerop@udistrital.edu.co::26a59e6f-ba71-4578-9490-b57439b3e7f0" providerId="AD" clId="Web-{A729691D-AE2C-4979-D909-13F15E054E81}" dt="2025-04-24T06:10:29.978" v="88"/>
          <ac:cxnSpMkLst>
            <pc:docMk/>
            <pc:sldMk cId="1298462765" sldId="258"/>
            <ac:cxnSpMk id="7" creationId="{957CDF88-844A-9C9F-3C77-D440AA1CD0D6}"/>
          </ac:cxnSpMkLst>
        </pc:cxnChg>
      </pc:sldChg>
      <pc:sldChg chg="addSp delSp modSp">
        <pc:chgData name="SANTIAGO TALERO PARRA" userId="S::stalerop@udistrital.edu.co::26a59e6f-ba71-4578-9490-b57439b3e7f0" providerId="AD" clId="Web-{A729691D-AE2C-4979-D909-13F15E054E81}" dt="2025-04-24T07:19:29.052" v="218"/>
        <pc:sldMkLst>
          <pc:docMk/>
          <pc:sldMk cId="3975716080" sldId="259"/>
        </pc:sldMkLst>
        <pc:spChg chg="mod">
          <ac:chgData name="SANTIAGO TALERO PARRA" userId="S::stalerop@udistrital.edu.co::26a59e6f-ba71-4578-9490-b57439b3e7f0" providerId="AD" clId="Web-{A729691D-AE2C-4979-D909-13F15E054E81}" dt="2025-04-24T07:15:57.094" v="165" actId="20577"/>
          <ac:spMkLst>
            <pc:docMk/>
            <pc:sldMk cId="3975716080" sldId="259"/>
            <ac:spMk id="2" creationId="{A93AF2D1-3AF4-8B7C-D405-007A06DC8412}"/>
          </ac:spMkLst>
        </pc:spChg>
        <pc:spChg chg="add mod">
          <ac:chgData name="SANTIAGO TALERO PARRA" userId="S::stalerop@udistrital.edu.co::26a59e6f-ba71-4578-9490-b57439b3e7f0" providerId="AD" clId="Web-{A729691D-AE2C-4979-D909-13F15E054E81}" dt="2025-04-24T07:19:21.708" v="217" actId="1076"/>
          <ac:spMkLst>
            <pc:docMk/>
            <pc:sldMk cId="3975716080" sldId="259"/>
            <ac:spMk id="5" creationId="{FB9DB552-3082-5AA7-94BB-35E6F59E6445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7:15:46.234" v="163" actId="14100"/>
          <ac:picMkLst>
            <pc:docMk/>
            <pc:sldMk cId="3975716080" sldId="259"/>
            <ac:picMk id="3" creationId="{8B79574F-E5DC-0A4F-2A76-51C4962917B8}"/>
          </ac:picMkLst>
        </pc:picChg>
        <pc:cxnChg chg="add">
          <ac:chgData name="SANTIAGO TALERO PARRA" userId="S::stalerop@udistrital.edu.co::26a59e6f-ba71-4578-9490-b57439b3e7f0" providerId="AD" clId="Web-{A729691D-AE2C-4979-D909-13F15E054E81}" dt="2025-04-24T07:19:29.052" v="218"/>
          <ac:cxnSpMkLst>
            <pc:docMk/>
            <pc:sldMk cId="3975716080" sldId="259"/>
            <ac:cxnSpMk id="7" creationId="{84687ED2-88FD-ADAC-2983-C26921940DFA}"/>
          </ac:cxnSpMkLst>
        </pc:cxnChg>
      </pc:sldChg>
      <pc:sldChg chg="addSp delSp modSp">
        <pc:chgData name="SANTIAGO TALERO PARRA" userId="S::stalerop@udistrital.edu.co::26a59e6f-ba71-4578-9490-b57439b3e7f0" providerId="AD" clId="Web-{A729691D-AE2C-4979-D909-13F15E054E81}" dt="2025-04-24T07:32:03.134" v="332" actId="14100"/>
        <pc:sldMkLst>
          <pc:docMk/>
          <pc:sldMk cId="521501040" sldId="260"/>
        </pc:sldMkLst>
        <pc:spChg chg="mod">
          <ac:chgData name="SANTIAGO TALERO PARRA" userId="S::stalerop@udistrital.edu.co::26a59e6f-ba71-4578-9490-b57439b3e7f0" providerId="AD" clId="Web-{A729691D-AE2C-4979-D909-13F15E054E81}" dt="2025-04-24T07:27:41.299" v="311" actId="1076"/>
          <ac:spMkLst>
            <pc:docMk/>
            <pc:sldMk cId="521501040" sldId="260"/>
            <ac:spMk id="2" creationId="{9C1A149B-ED93-834F-86BC-59262557EDFE}"/>
          </ac:spMkLst>
        </pc:spChg>
        <pc:spChg chg="mod">
          <ac:chgData name="SANTIAGO TALERO PARRA" userId="S::stalerop@udistrital.edu.co::26a59e6f-ba71-4578-9490-b57439b3e7f0" providerId="AD" clId="Web-{A729691D-AE2C-4979-D909-13F15E054E81}" dt="2025-04-24T07:32:03.134" v="332" actId="14100"/>
          <ac:spMkLst>
            <pc:docMk/>
            <pc:sldMk cId="521501040" sldId="260"/>
            <ac:spMk id="4" creationId="{4F42FE18-D9D5-EC9C-5853-CA8C39C7DC70}"/>
          </ac:spMkLst>
        </pc:spChg>
        <pc:picChg chg="add mod modCrop">
          <ac:chgData name="SANTIAGO TALERO PARRA" userId="S::stalerop@udistrital.edu.co::26a59e6f-ba71-4578-9490-b57439b3e7f0" providerId="AD" clId="Web-{A729691D-AE2C-4979-D909-13F15E054E81}" dt="2025-04-24T07:26:45.798" v="295" actId="14100"/>
          <ac:picMkLst>
            <pc:docMk/>
            <pc:sldMk cId="521501040" sldId="260"/>
            <ac:picMk id="3" creationId="{FA903719-76C7-E458-C777-9972A5E7C158}"/>
          </ac:picMkLst>
        </pc:picChg>
        <pc:cxnChg chg="add mod">
          <ac:chgData name="SANTIAGO TALERO PARRA" userId="S::stalerop@udistrital.edu.co::26a59e6f-ba71-4578-9490-b57439b3e7f0" providerId="AD" clId="Web-{A729691D-AE2C-4979-D909-13F15E054E81}" dt="2025-04-24T07:27:44.565" v="312" actId="1076"/>
          <ac:cxnSpMkLst>
            <pc:docMk/>
            <pc:sldMk cId="521501040" sldId="260"/>
            <ac:cxnSpMk id="6" creationId="{DD7BB3C1-746A-D05B-3C43-FBC39E8D78F9}"/>
          </ac:cxnSpMkLst>
        </pc:cxnChg>
      </pc:sldChg>
      <pc:sldChg chg="addSp delSp modSp">
        <pc:chgData name="SANTIAGO TALERO PARRA" userId="S::stalerop@udistrital.edu.co::26a59e6f-ba71-4578-9490-b57439b3e7f0" providerId="AD" clId="Web-{A729691D-AE2C-4979-D909-13F15E054E81}" dt="2025-04-24T08:13:14.388" v="456" actId="14100"/>
        <pc:sldMkLst>
          <pc:docMk/>
          <pc:sldMk cId="2169704480" sldId="261"/>
        </pc:sldMkLst>
        <pc:spChg chg="mod">
          <ac:chgData name="SANTIAGO TALERO PARRA" userId="S::stalerop@udistrital.edu.co::26a59e6f-ba71-4578-9490-b57439b3e7f0" providerId="AD" clId="Web-{A729691D-AE2C-4979-D909-13F15E054E81}" dt="2025-04-24T07:41:59.696" v="440" actId="20577"/>
          <ac:spMkLst>
            <pc:docMk/>
            <pc:sldMk cId="2169704480" sldId="261"/>
            <ac:spMk id="2" creationId="{7D095D0E-378F-CFD2-BF8B-CB018E1F04D3}"/>
          </ac:spMkLst>
        </pc:spChg>
        <pc:spChg chg="mod">
          <ac:chgData name="SANTIAGO TALERO PARRA" userId="S::stalerop@udistrital.edu.co::26a59e6f-ba71-4578-9490-b57439b3e7f0" providerId="AD" clId="Web-{A729691D-AE2C-4979-D909-13F15E054E81}" dt="2025-04-24T08:12:54.731" v="452" actId="1076"/>
          <ac:spMkLst>
            <pc:docMk/>
            <pc:sldMk cId="2169704480" sldId="261"/>
            <ac:spMk id="4" creationId="{491ADB05-9B06-BA07-DE3A-E5C70AA4FF38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8:13:01.466" v="453" actId="1076"/>
          <ac:picMkLst>
            <pc:docMk/>
            <pc:sldMk cId="2169704480" sldId="261"/>
            <ac:picMk id="3" creationId="{8E579A7A-2751-4FED-23F6-855CE6FBD4FF}"/>
          </ac:picMkLst>
        </pc:picChg>
        <pc:cxnChg chg="add mod">
          <ac:chgData name="SANTIAGO TALERO PARRA" userId="S::stalerop@udistrital.edu.co::26a59e6f-ba71-4578-9490-b57439b3e7f0" providerId="AD" clId="Web-{A729691D-AE2C-4979-D909-13F15E054E81}" dt="2025-04-24T08:13:14.388" v="456" actId="14100"/>
          <ac:cxnSpMkLst>
            <pc:docMk/>
            <pc:sldMk cId="2169704480" sldId="261"/>
            <ac:cxnSpMk id="6" creationId="{37D57367-EF94-82B4-E94A-B220F86A7251}"/>
          </ac:cxnSpMkLst>
        </pc:cxnChg>
      </pc:sldChg>
      <pc:sldChg chg="del">
        <pc:chgData name="SANTIAGO TALERO PARRA" userId="S::stalerop@udistrital.edu.co::26a59e6f-ba71-4578-9490-b57439b3e7f0" providerId="AD" clId="Web-{A729691D-AE2C-4979-D909-13F15E054E81}" dt="2025-04-24T08:33:06.133" v="694"/>
        <pc:sldMkLst>
          <pc:docMk/>
          <pc:sldMk cId="536317079" sldId="263"/>
        </pc:sldMkLst>
      </pc:sldChg>
      <pc:sldChg chg="del">
        <pc:chgData name="SANTIAGO TALERO PARRA" userId="S::stalerop@udistrital.edu.co::26a59e6f-ba71-4578-9490-b57439b3e7f0" providerId="AD" clId="Web-{A729691D-AE2C-4979-D909-13F15E054E81}" dt="2025-04-24T08:33:03.836" v="693"/>
        <pc:sldMkLst>
          <pc:docMk/>
          <pc:sldMk cId="1330685348" sldId="266"/>
        </pc:sldMkLst>
      </pc:sldChg>
      <pc:sldChg chg="del">
        <pc:chgData name="SANTIAGO TALERO PARRA" userId="S::stalerop@udistrital.edu.co::26a59e6f-ba71-4578-9490-b57439b3e7f0" providerId="AD" clId="Web-{A729691D-AE2C-4979-D909-13F15E054E81}" dt="2025-04-24T08:33:01.461" v="692"/>
        <pc:sldMkLst>
          <pc:docMk/>
          <pc:sldMk cId="4247436334" sldId="267"/>
        </pc:sldMkLst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6:18:43.785" v="143" actId="20577"/>
        <pc:sldMkLst>
          <pc:docMk/>
          <pc:sldMk cId="3493406114" sldId="277"/>
        </pc:sldMkLst>
        <pc:spChg chg="mod">
          <ac:chgData name="SANTIAGO TALERO PARRA" userId="S::stalerop@udistrital.edu.co::26a59e6f-ba71-4578-9490-b57439b3e7f0" providerId="AD" clId="Web-{A729691D-AE2C-4979-D909-13F15E054E81}" dt="2025-04-24T06:14:30.233" v="110" actId="20577"/>
          <ac:spMkLst>
            <pc:docMk/>
            <pc:sldMk cId="3493406114" sldId="277"/>
            <ac:spMk id="2" creationId="{5C2B42FB-56A9-A918-E69E-B28211B4AE32}"/>
          </ac:spMkLst>
        </pc:spChg>
        <pc:spChg chg="mod">
          <ac:chgData name="SANTIAGO TALERO PARRA" userId="S::stalerop@udistrital.edu.co::26a59e6f-ba71-4578-9490-b57439b3e7f0" providerId="AD" clId="Web-{A729691D-AE2C-4979-D909-13F15E054E81}" dt="2025-04-24T06:14:54.639" v="113" actId="1076"/>
          <ac:spMkLst>
            <pc:docMk/>
            <pc:sldMk cId="3493406114" sldId="277"/>
            <ac:spMk id="6" creationId="{AE5AE265-32F2-3F68-1BF2-27AB833ECA5C}"/>
          </ac:spMkLst>
        </pc:spChg>
        <pc:spChg chg="add mod">
          <ac:chgData name="SANTIAGO TALERO PARRA" userId="S::stalerop@udistrital.edu.co::26a59e6f-ba71-4578-9490-b57439b3e7f0" providerId="AD" clId="Web-{A729691D-AE2C-4979-D909-13F15E054E81}" dt="2025-04-24T06:18:43.785" v="143" actId="20577"/>
          <ac:spMkLst>
            <pc:docMk/>
            <pc:sldMk cId="3493406114" sldId="277"/>
            <ac:spMk id="8" creationId="{A22E7F6B-F3CE-EB84-9DFF-465C1FBF4EB0}"/>
          </ac:spMkLst>
        </pc:spChg>
        <pc:picChg chg="add mod modCrop">
          <ac:chgData name="SANTIAGO TALERO PARRA" userId="S::stalerop@udistrital.edu.co::26a59e6f-ba71-4578-9490-b57439b3e7f0" providerId="AD" clId="Web-{A729691D-AE2C-4979-D909-13F15E054E81}" dt="2025-04-24T06:13:13.434" v="102" actId="14100"/>
          <ac:picMkLst>
            <pc:docMk/>
            <pc:sldMk cId="3493406114" sldId="277"/>
            <ac:picMk id="4" creationId="{1B760AAA-497D-DE16-DFAC-80E540FFF418}"/>
          </ac:picMkLst>
        </pc:pic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7:14:48.779" v="156" actId="20577"/>
        <pc:sldMkLst>
          <pc:docMk/>
          <pc:sldMk cId="2154859591" sldId="278"/>
        </pc:sldMkLst>
        <pc:spChg chg="mod">
          <ac:chgData name="SANTIAGO TALERO PARRA" userId="S::stalerop@udistrital.edu.co::26a59e6f-ba71-4578-9490-b57439b3e7f0" providerId="AD" clId="Web-{A729691D-AE2C-4979-D909-13F15E054E81}" dt="2025-04-24T07:14:48.779" v="156" actId="20577"/>
          <ac:spMkLst>
            <pc:docMk/>
            <pc:sldMk cId="2154859591" sldId="278"/>
            <ac:spMk id="8" creationId="{E1C6B998-923D-21B2-0530-CBE486DCB99F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6:20:25.209" v="150" actId="14100"/>
          <ac:picMkLst>
            <pc:docMk/>
            <pc:sldMk cId="2154859591" sldId="278"/>
            <ac:picMk id="3" creationId="{0DAABAC3-898B-D82B-3A21-2318FD9D4D36}"/>
          </ac:picMkLst>
        </pc:pic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7:23:34.168" v="283" actId="20577"/>
        <pc:sldMkLst>
          <pc:docMk/>
          <pc:sldMk cId="815896407" sldId="279"/>
        </pc:sldMkLst>
        <pc:spChg chg="mod">
          <ac:chgData name="SANTIAGO TALERO PARRA" userId="S::stalerop@udistrital.edu.co::26a59e6f-ba71-4578-9490-b57439b3e7f0" providerId="AD" clId="Web-{A729691D-AE2C-4979-D909-13F15E054E81}" dt="2025-04-24T07:20:46.710" v="240" actId="20577"/>
          <ac:spMkLst>
            <pc:docMk/>
            <pc:sldMk cId="815896407" sldId="279"/>
            <ac:spMk id="2" creationId="{28192877-D4EA-D5C1-5DA6-D8548B5A2123}"/>
          </ac:spMkLst>
        </pc:spChg>
        <pc:spChg chg="mod">
          <ac:chgData name="SANTIAGO TALERO PARRA" userId="S::stalerop@udistrital.edu.co::26a59e6f-ba71-4578-9490-b57439b3e7f0" providerId="AD" clId="Web-{A729691D-AE2C-4979-D909-13F15E054E81}" dt="2025-04-24T07:23:34.168" v="283" actId="20577"/>
          <ac:spMkLst>
            <pc:docMk/>
            <pc:sldMk cId="815896407" sldId="279"/>
            <ac:spMk id="5" creationId="{77FCF69A-257A-A9B9-B187-DAA1E034A4FB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7:20:18.975" v="226" actId="14100"/>
          <ac:picMkLst>
            <pc:docMk/>
            <pc:sldMk cId="815896407" sldId="279"/>
            <ac:picMk id="4" creationId="{DB46E954-FB35-9427-9D73-83D317FF14D6}"/>
          </ac:picMkLst>
        </pc:pic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7:37:30.580" v="398" actId="1076"/>
        <pc:sldMkLst>
          <pc:docMk/>
          <pc:sldMk cId="2458255036" sldId="280"/>
        </pc:sldMkLst>
        <pc:spChg chg="mod">
          <ac:chgData name="SANTIAGO TALERO PARRA" userId="S::stalerop@udistrital.edu.co::26a59e6f-ba71-4578-9490-b57439b3e7f0" providerId="AD" clId="Web-{A729691D-AE2C-4979-D909-13F15E054E81}" dt="2025-04-24T07:35:34.765" v="348" actId="20577"/>
          <ac:spMkLst>
            <pc:docMk/>
            <pc:sldMk cId="2458255036" sldId="280"/>
            <ac:spMk id="2" creationId="{A8AA309D-DA5E-8194-0A5A-66AA33F9B6F6}"/>
          </ac:spMkLst>
        </pc:spChg>
        <pc:spChg chg="mod">
          <ac:chgData name="SANTIAGO TALERO PARRA" userId="S::stalerop@udistrital.edu.co::26a59e6f-ba71-4578-9490-b57439b3e7f0" providerId="AD" clId="Web-{A729691D-AE2C-4979-D909-13F15E054E81}" dt="2025-04-24T07:37:16.392" v="396" actId="20577"/>
          <ac:spMkLst>
            <pc:docMk/>
            <pc:sldMk cId="2458255036" sldId="280"/>
            <ac:spMk id="4" creationId="{AC4CCDAD-2AE2-0544-85CB-12213776F8F4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7:37:30.580" v="398" actId="1076"/>
          <ac:picMkLst>
            <pc:docMk/>
            <pc:sldMk cId="2458255036" sldId="280"/>
            <ac:picMk id="5" creationId="{9994C9BA-AC03-5622-9042-074EE8FB29B3}"/>
          </ac:picMkLst>
        </pc:picChg>
        <pc:picChg chg="add mod">
          <ac:chgData name="SANTIAGO TALERO PARRA" userId="S::stalerop@udistrital.edu.co::26a59e6f-ba71-4578-9490-b57439b3e7f0" providerId="AD" clId="Web-{A729691D-AE2C-4979-D909-13F15E054E81}" dt="2025-04-24T07:37:22.955" v="397" actId="1076"/>
          <ac:picMkLst>
            <pc:docMk/>
            <pc:sldMk cId="2458255036" sldId="280"/>
            <ac:picMk id="7" creationId="{C747178F-3E63-F27F-9802-A05A5C1EDD63}"/>
          </ac:picMkLst>
        </pc:pic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7:40:23.866" v="435" actId="20577"/>
        <pc:sldMkLst>
          <pc:docMk/>
          <pc:sldMk cId="2799057701" sldId="281"/>
        </pc:sldMkLst>
        <pc:spChg chg="mod">
          <ac:chgData name="SANTIAGO TALERO PARRA" userId="S::stalerop@udistrital.edu.co::26a59e6f-ba71-4578-9490-b57439b3e7f0" providerId="AD" clId="Web-{A729691D-AE2C-4979-D909-13F15E054E81}" dt="2025-04-24T07:40:23.866" v="435" actId="20577"/>
          <ac:spMkLst>
            <pc:docMk/>
            <pc:sldMk cId="2799057701" sldId="281"/>
            <ac:spMk id="4" creationId="{665F5296-2891-B1BC-FC3A-8C8D19289AFB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7:38:25.675" v="406" actId="14100"/>
          <ac:picMkLst>
            <pc:docMk/>
            <pc:sldMk cId="2799057701" sldId="281"/>
            <ac:picMk id="3" creationId="{B047F16E-2355-5D76-87DB-96C3CB4323B7}"/>
          </ac:picMkLst>
        </pc:pic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8:24:09.067" v="570" actId="20577"/>
        <pc:sldMkLst>
          <pc:docMk/>
          <pc:sldMk cId="2465189367" sldId="282"/>
        </pc:sldMkLst>
        <pc:spChg chg="mod">
          <ac:chgData name="SANTIAGO TALERO PARRA" userId="S::stalerop@udistrital.edu.co::26a59e6f-ba71-4578-9490-b57439b3e7f0" providerId="AD" clId="Web-{A729691D-AE2C-4979-D909-13F15E054E81}" dt="2025-04-24T08:24:09.067" v="570" actId="20577"/>
          <ac:spMkLst>
            <pc:docMk/>
            <pc:sldMk cId="2465189367" sldId="282"/>
            <ac:spMk id="4" creationId="{88BF76EC-FB24-D032-1748-D72BBE02F95D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8:14:44.204" v="466" actId="14100"/>
          <ac:picMkLst>
            <pc:docMk/>
            <pc:sldMk cId="2465189367" sldId="282"/>
            <ac:picMk id="5" creationId="{B772612A-BA01-7A81-CAEA-5B5EFD9DEB34}"/>
          </ac:picMkLst>
        </pc:picChg>
        <pc:cxnChg chg="mod">
          <ac:chgData name="SANTIAGO TALERO PARRA" userId="S::stalerop@udistrital.edu.co::26a59e6f-ba71-4578-9490-b57439b3e7f0" providerId="AD" clId="Web-{A729691D-AE2C-4979-D909-13F15E054E81}" dt="2025-04-24T08:14:36.860" v="463" actId="14100"/>
          <ac:cxnSpMkLst>
            <pc:docMk/>
            <pc:sldMk cId="2465189367" sldId="282"/>
            <ac:cxnSpMk id="6" creationId="{8A1CB98E-A1D1-AFEF-131E-5318822607BF}"/>
          </ac:cxnSpMkLst>
        </pc:cxn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8:27:03.167" v="589" actId="20577"/>
        <pc:sldMkLst>
          <pc:docMk/>
          <pc:sldMk cId="1979463363" sldId="283"/>
        </pc:sldMkLst>
        <pc:spChg chg="mod">
          <ac:chgData name="SANTIAGO TALERO PARRA" userId="S::stalerop@udistrital.edu.co::26a59e6f-ba71-4578-9490-b57439b3e7f0" providerId="AD" clId="Web-{A729691D-AE2C-4979-D909-13F15E054E81}" dt="2025-04-24T08:27:03.167" v="589" actId="20577"/>
          <ac:spMkLst>
            <pc:docMk/>
            <pc:sldMk cId="1979463363" sldId="283"/>
            <ac:spMk id="4" creationId="{15971A03-0C62-1C13-EC3F-592DF414A305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8:25:18.476" v="580" actId="14100"/>
          <ac:picMkLst>
            <pc:docMk/>
            <pc:sldMk cId="1979463363" sldId="283"/>
            <ac:picMk id="7" creationId="{6C18AB46-D34A-D5B1-039A-C930CA32DB51}"/>
          </ac:picMkLst>
        </pc:pic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8:29:29.719" v="689" actId="20577"/>
        <pc:sldMkLst>
          <pc:docMk/>
          <pc:sldMk cId="3239127929" sldId="284"/>
        </pc:sldMkLst>
        <pc:spChg chg="mod">
          <ac:chgData name="SANTIAGO TALERO PARRA" userId="S::stalerop@udistrital.edu.co::26a59e6f-ba71-4578-9490-b57439b3e7f0" providerId="AD" clId="Web-{A729691D-AE2C-4979-D909-13F15E054E81}" dt="2025-04-24T08:29:29.719" v="689" actId="20577"/>
          <ac:spMkLst>
            <pc:docMk/>
            <pc:sldMk cId="3239127929" sldId="284"/>
            <ac:spMk id="4" creationId="{DD45E626-F448-D311-DA9C-90E92F44DD23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8:28:04.013" v="597" actId="1076"/>
          <ac:picMkLst>
            <pc:docMk/>
            <pc:sldMk cId="3239127929" sldId="284"/>
            <ac:picMk id="3" creationId="{C3F206B2-73F0-6F03-55FF-E582BEA7F727}"/>
          </ac:picMkLst>
        </pc:picChg>
      </pc:sldChg>
      <pc:sldChg chg="addSp delSp modSp add ord replId">
        <pc:chgData name="SANTIAGO TALERO PARRA" userId="S::stalerop@udistrital.edu.co::26a59e6f-ba71-4578-9490-b57439b3e7f0" providerId="AD" clId="Web-{A729691D-AE2C-4979-D909-13F15E054E81}" dt="2025-04-24T08:35:02.855" v="755" actId="20577"/>
        <pc:sldMkLst>
          <pc:docMk/>
          <pc:sldMk cId="1375123407" sldId="285"/>
        </pc:sldMkLst>
        <pc:spChg chg="mod">
          <ac:chgData name="SANTIAGO TALERO PARRA" userId="S::stalerop@udistrital.edu.co::26a59e6f-ba71-4578-9490-b57439b3e7f0" providerId="AD" clId="Web-{A729691D-AE2C-4979-D909-13F15E054E81}" dt="2025-04-24T08:33:13.727" v="701" actId="20577"/>
          <ac:spMkLst>
            <pc:docMk/>
            <pc:sldMk cId="1375123407" sldId="285"/>
            <ac:spMk id="2" creationId="{C3AAA4EA-AC77-5EE5-0145-60687B63772F}"/>
          </ac:spMkLst>
        </pc:spChg>
        <pc:spChg chg="mod">
          <ac:chgData name="SANTIAGO TALERO PARRA" userId="S::stalerop@udistrital.edu.co::26a59e6f-ba71-4578-9490-b57439b3e7f0" providerId="AD" clId="Web-{A729691D-AE2C-4979-D909-13F15E054E81}" dt="2025-04-24T08:35:02.855" v="755" actId="20577"/>
          <ac:spMkLst>
            <pc:docMk/>
            <pc:sldMk cId="1375123407" sldId="285"/>
            <ac:spMk id="4" creationId="{7970E3FD-C2EF-9312-B7DE-7C6322E7BA9D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8:33:50.837" v="706" actId="1076"/>
          <ac:picMkLst>
            <pc:docMk/>
            <pc:sldMk cId="1375123407" sldId="285"/>
            <ac:picMk id="5" creationId="{D9872036-232C-9DFA-DFB4-99C1C38F2107}"/>
          </ac:picMkLst>
        </pc:picChg>
      </pc:sldChg>
      <pc:sldChg chg="modSp add replId">
        <pc:chgData name="SANTIAGO TALERO PARRA" userId="S::stalerop@udistrital.edu.co::26a59e6f-ba71-4578-9490-b57439b3e7f0" providerId="AD" clId="Web-{A729691D-AE2C-4979-D909-13F15E054E81}" dt="2025-04-24T08:36:33.484" v="802" actId="20577"/>
        <pc:sldMkLst>
          <pc:docMk/>
          <pc:sldMk cId="3580945851" sldId="286"/>
        </pc:sldMkLst>
        <pc:spChg chg="mod">
          <ac:chgData name="SANTIAGO TALERO PARRA" userId="S::stalerop@udistrital.edu.co::26a59e6f-ba71-4578-9490-b57439b3e7f0" providerId="AD" clId="Web-{A729691D-AE2C-4979-D909-13F15E054E81}" dt="2025-04-24T08:36:33.484" v="802" actId="20577"/>
          <ac:spMkLst>
            <pc:docMk/>
            <pc:sldMk cId="3580945851" sldId="286"/>
            <ac:spMk id="4" creationId="{704A8068-3D96-AE38-0F7C-63E1ED692E70}"/>
          </ac:spMkLst>
        </pc:sp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8:39:06.161" v="896" actId="20577"/>
        <pc:sldMkLst>
          <pc:docMk/>
          <pc:sldMk cId="3192154406" sldId="287"/>
        </pc:sldMkLst>
        <pc:spChg chg="mod">
          <ac:chgData name="SANTIAGO TALERO PARRA" userId="S::stalerop@udistrital.edu.co::26a59e6f-ba71-4578-9490-b57439b3e7f0" providerId="AD" clId="Web-{A729691D-AE2C-4979-D909-13F15E054E81}" dt="2025-04-24T08:39:06.161" v="896" actId="20577"/>
          <ac:spMkLst>
            <pc:docMk/>
            <pc:sldMk cId="3192154406" sldId="287"/>
            <ac:spMk id="4" creationId="{181CA4EF-91FE-962A-A0B4-8B080FB9A5F0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8:37:11.610" v="809" actId="1076"/>
          <ac:picMkLst>
            <pc:docMk/>
            <pc:sldMk cId="3192154406" sldId="287"/>
            <ac:picMk id="3" creationId="{FFC4D252-E754-AD7E-C5BB-28FD14133788}"/>
          </ac:picMkLst>
        </pc:pic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8:42:09.761" v="934" actId="20577"/>
        <pc:sldMkLst>
          <pc:docMk/>
          <pc:sldMk cId="31565308" sldId="288"/>
        </pc:sldMkLst>
        <pc:spChg chg="mod">
          <ac:chgData name="SANTIAGO TALERO PARRA" userId="S::stalerop@udistrital.edu.co::26a59e6f-ba71-4578-9490-b57439b3e7f0" providerId="AD" clId="Web-{A729691D-AE2C-4979-D909-13F15E054E81}" dt="2025-04-24T08:42:09.761" v="934" actId="20577"/>
          <ac:spMkLst>
            <pc:docMk/>
            <pc:sldMk cId="31565308" sldId="288"/>
            <ac:spMk id="4" creationId="{AD3B53CC-CE0A-C1E9-718F-2BE0459ED05F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8:39:56.194" v="904" actId="1076"/>
          <ac:picMkLst>
            <pc:docMk/>
            <pc:sldMk cId="31565308" sldId="288"/>
            <ac:picMk id="5" creationId="{A59EACAD-6498-7750-3C67-F075CD3F8DC9}"/>
          </ac:picMkLst>
        </pc:pic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8:44:10.984" v="1023" actId="20577"/>
        <pc:sldMkLst>
          <pc:docMk/>
          <pc:sldMk cId="3683011454" sldId="289"/>
        </pc:sldMkLst>
        <pc:spChg chg="mod">
          <ac:chgData name="SANTIAGO TALERO PARRA" userId="S::stalerop@udistrital.edu.co::26a59e6f-ba71-4578-9490-b57439b3e7f0" providerId="AD" clId="Web-{A729691D-AE2C-4979-D909-13F15E054E81}" dt="2025-04-24T08:44:10.984" v="1023" actId="20577"/>
          <ac:spMkLst>
            <pc:docMk/>
            <pc:sldMk cId="3683011454" sldId="289"/>
            <ac:spMk id="4" creationId="{F8DE9C25-DA55-9C5A-8ACD-CD8E85A32923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8:43:28.795" v="947" actId="1076"/>
          <ac:picMkLst>
            <pc:docMk/>
            <pc:sldMk cId="3683011454" sldId="289"/>
            <ac:picMk id="7" creationId="{BEDC19E2-8E23-1CAA-83F3-59FA8F16CB24}"/>
          </ac:picMkLst>
        </pc:picChg>
      </pc:sldChg>
      <pc:sldChg chg="addSp delSp modSp add replId">
        <pc:chgData name="SANTIAGO TALERO PARRA" userId="S::stalerop@udistrital.edu.co::26a59e6f-ba71-4578-9490-b57439b3e7f0" providerId="AD" clId="Web-{A729691D-AE2C-4979-D909-13F15E054E81}" dt="2025-04-24T08:44:47.626" v="1032" actId="20577"/>
        <pc:sldMkLst>
          <pc:docMk/>
          <pc:sldMk cId="3766543778" sldId="290"/>
        </pc:sldMkLst>
        <pc:spChg chg="mod">
          <ac:chgData name="SANTIAGO TALERO PARRA" userId="S::stalerop@udistrital.edu.co::26a59e6f-ba71-4578-9490-b57439b3e7f0" providerId="AD" clId="Web-{A729691D-AE2C-4979-D909-13F15E054E81}" dt="2025-04-24T08:44:47.626" v="1032" actId="20577"/>
          <ac:spMkLst>
            <pc:docMk/>
            <pc:sldMk cId="3766543778" sldId="290"/>
            <ac:spMk id="4" creationId="{9D7BBF92-B437-678F-F926-E3671FFC5762}"/>
          </ac:spMkLst>
        </pc:spChg>
        <pc:picChg chg="add mod">
          <ac:chgData name="SANTIAGO TALERO PARRA" userId="S::stalerop@udistrital.edu.co::26a59e6f-ba71-4578-9490-b57439b3e7f0" providerId="AD" clId="Web-{A729691D-AE2C-4979-D909-13F15E054E81}" dt="2025-04-24T08:44:36.407" v="1028" actId="1076"/>
          <ac:picMkLst>
            <pc:docMk/>
            <pc:sldMk cId="3766543778" sldId="290"/>
            <ac:picMk id="3" creationId="{2232D9F2-891B-16FC-EB9A-CAED1AFDF209}"/>
          </ac:picMkLst>
        </pc:picChg>
      </pc:sldChg>
    </pc:docChg>
  </pc:docChgLst>
  <pc:docChgLst>
    <pc:chgData name="SANTIAGO TALERO PARRA" userId="S::stalerop@udistrital.edu.co::26a59e6f-ba71-4578-9490-b57439b3e7f0" providerId="AD" clId="Web-{5C6B6516-ED54-953C-E212-2E12B6313375}"/>
    <pc:docChg chg="addSld modSld sldOrd">
      <pc:chgData name="SANTIAGO TALERO PARRA" userId="S::stalerop@udistrital.edu.co::26a59e6f-ba71-4578-9490-b57439b3e7f0" providerId="AD" clId="Web-{5C6B6516-ED54-953C-E212-2E12B6313375}" dt="2025-04-28T03:53:49.832" v="32"/>
      <pc:docMkLst>
        <pc:docMk/>
      </pc:docMkLst>
      <pc:sldChg chg="modSp">
        <pc:chgData name="SANTIAGO TALERO PARRA" userId="S::stalerop@udistrital.edu.co::26a59e6f-ba71-4578-9490-b57439b3e7f0" providerId="AD" clId="Web-{5C6B6516-ED54-953C-E212-2E12B6313375}" dt="2025-04-28T03:47:45.330" v="11" actId="1076"/>
        <pc:sldMkLst>
          <pc:docMk/>
          <pc:sldMk cId="2623303382" sldId="257"/>
        </pc:sldMkLst>
        <pc:spChg chg="mod">
          <ac:chgData name="SANTIAGO TALERO PARRA" userId="S::stalerop@udistrital.edu.co::26a59e6f-ba71-4578-9490-b57439b3e7f0" providerId="AD" clId="Web-{5C6B6516-ED54-953C-E212-2E12B6313375}" dt="2025-04-28T03:47:31.517" v="10" actId="20577"/>
          <ac:spMkLst>
            <pc:docMk/>
            <pc:sldMk cId="2623303382" sldId="257"/>
            <ac:spMk id="5" creationId="{3B312BC6-8986-415E-F9B0-2E2645D1794F}"/>
          </ac:spMkLst>
        </pc:spChg>
        <pc:picChg chg="mod">
          <ac:chgData name="SANTIAGO TALERO PARRA" userId="S::stalerop@udistrital.edu.co::26a59e6f-ba71-4578-9490-b57439b3e7f0" providerId="AD" clId="Web-{5C6B6516-ED54-953C-E212-2E12B6313375}" dt="2025-04-28T03:47:45.330" v="11" actId="1076"/>
          <ac:picMkLst>
            <pc:docMk/>
            <pc:sldMk cId="2623303382" sldId="257"/>
            <ac:picMk id="4" creationId="{D6CAFC2F-FBD0-36FA-DD47-219A06EFB217}"/>
          </ac:picMkLst>
        </pc:picChg>
        <pc:picChg chg="mod">
          <ac:chgData name="SANTIAGO TALERO PARRA" userId="S::stalerop@udistrital.edu.co::26a59e6f-ba71-4578-9490-b57439b3e7f0" providerId="AD" clId="Web-{5C6B6516-ED54-953C-E212-2E12B6313375}" dt="2025-04-28T03:47:25.345" v="8" actId="1076"/>
          <ac:picMkLst>
            <pc:docMk/>
            <pc:sldMk cId="2623303382" sldId="257"/>
            <ac:picMk id="7" creationId="{D3E95A06-EB62-7258-B6EA-9E0D670F5A31}"/>
          </ac:picMkLst>
        </pc:picChg>
      </pc:sldChg>
      <pc:sldChg chg="modSp">
        <pc:chgData name="SANTIAGO TALERO PARRA" userId="S::stalerop@udistrital.edu.co::26a59e6f-ba71-4578-9490-b57439b3e7f0" providerId="AD" clId="Web-{5C6B6516-ED54-953C-E212-2E12B6313375}" dt="2025-04-28T03:52:27.485" v="28" actId="1076"/>
        <pc:sldMkLst>
          <pc:docMk/>
          <pc:sldMk cId="3760903376" sldId="293"/>
        </pc:sldMkLst>
        <pc:spChg chg="mod">
          <ac:chgData name="SANTIAGO TALERO PARRA" userId="S::stalerop@udistrital.edu.co::26a59e6f-ba71-4578-9490-b57439b3e7f0" providerId="AD" clId="Web-{5C6B6516-ED54-953C-E212-2E12B6313375}" dt="2025-04-28T03:51:52.984" v="15" actId="1076"/>
          <ac:spMkLst>
            <pc:docMk/>
            <pc:sldMk cId="3760903376" sldId="293"/>
            <ac:spMk id="3" creationId="{E169D123-E496-9724-6045-3A30BF5E8A0A}"/>
          </ac:spMkLst>
        </pc:spChg>
        <pc:spChg chg="mod">
          <ac:chgData name="SANTIAGO TALERO PARRA" userId="S::stalerop@udistrital.edu.co::26a59e6f-ba71-4578-9490-b57439b3e7f0" providerId="AD" clId="Web-{5C6B6516-ED54-953C-E212-2E12B6313375}" dt="2025-04-28T03:51:52.984" v="16" actId="1076"/>
          <ac:spMkLst>
            <pc:docMk/>
            <pc:sldMk cId="3760903376" sldId="293"/>
            <ac:spMk id="5" creationId="{3D288BFB-9F2F-13B9-A7CF-C8F7C9F25987}"/>
          </ac:spMkLst>
        </pc:spChg>
        <pc:spChg chg="mod">
          <ac:chgData name="SANTIAGO TALERO PARRA" userId="S::stalerop@udistrital.edu.co::26a59e6f-ba71-4578-9490-b57439b3e7f0" providerId="AD" clId="Web-{5C6B6516-ED54-953C-E212-2E12B6313375}" dt="2025-04-28T03:51:52.984" v="17" actId="1076"/>
          <ac:spMkLst>
            <pc:docMk/>
            <pc:sldMk cId="3760903376" sldId="293"/>
            <ac:spMk id="7" creationId="{BC6123E6-6B52-4C98-72C1-FACA9853595D}"/>
          </ac:spMkLst>
        </pc:spChg>
        <pc:picChg chg="mod">
          <ac:chgData name="SANTIAGO TALERO PARRA" userId="S::stalerop@udistrital.edu.co::26a59e6f-ba71-4578-9490-b57439b3e7f0" providerId="AD" clId="Web-{5C6B6516-ED54-953C-E212-2E12B6313375}" dt="2025-04-28T03:52:00.203" v="21" actId="1076"/>
          <ac:picMkLst>
            <pc:docMk/>
            <pc:sldMk cId="3760903376" sldId="293"/>
            <ac:picMk id="6" creationId="{21BF1F26-5A44-1AFD-B17D-A982DAEE2463}"/>
          </ac:picMkLst>
        </pc:picChg>
        <pc:picChg chg="mod">
          <ac:chgData name="SANTIAGO TALERO PARRA" userId="S::stalerop@udistrital.edu.co::26a59e6f-ba71-4578-9490-b57439b3e7f0" providerId="AD" clId="Web-{5C6B6516-ED54-953C-E212-2E12B6313375}" dt="2025-04-28T03:51:53" v="18" actId="1076"/>
          <ac:picMkLst>
            <pc:docMk/>
            <pc:sldMk cId="3760903376" sldId="293"/>
            <ac:picMk id="8" creationId="{DC0E792E-BE80-CB02-C37C-489BAA9D839D}"/>
          </ac:picMkLst>
        </pc:picChg>
        <pc:picChg chg="mod">
          <ac:chgData name="SANTIAGO TALERO PARRA" userId="S::stalerop@udistrital.edu.co::26a59e6f-ba71-4578-9490-b57439b3e7f0" providerId="AD" clId="Web-{5C6B6516-ED54-953C-E212-2E12B6313375}" dt="2025-04-28T03:52:27.485" v="28" actId="1076"/>
          <ac:picMkLst>
            <pc:docMk/>
            <pc:sldMk cId="3760903376" sldId="293"/>
            <ac:picMk id="9" creationId="{4E61FC0C-FAFC-09F2-7657-FDB146D18483}"/>
          </ac:picMkLst>
        </pc:picChg>
        <pc:picChg chg="mod">
          <ac:chgData name="SANTIAGO TALERO PARRA" userId="S::stalerop@udistrital.edu.co::26a59e6f-ba71-4578-9490-b57439b3e7f0" providerId="AD" clId="Web-{5C6B6516-ED54-953C-E212-2E12B6313375}" dt="2025-04-28T03:52:23.422" v="26" actId="1076"/>
          <ac:picMkLst>
            <pc:docMk/>
            <pc:sldMk cId="3760903376" sldId="293"/>
            <ac:picMk id="10" creationId="{778B7F7D-0E51-F635-0646-D93BDDD2A0A0}"/>
          </ac:picMkLst>
        </pc:picChg>
      </pc:sldChg>
      <pc:sldChg chg="delSp add ord replId">
        <pc:chgData name="SANTIAGO TALERO PARRA" userId="S::stalerop@udistrital.edu.co::26a59e6f-ba71-4578-9490-b57439b3e7f0" providerId="AD" clId="Web-{5C6B6516-ED54-953C-E212-2E12B6313375}" dt="2025-04-28T03:53:49.832" v="32"/>
        <pc:sldMkLst>
          <pc:docMk/>
          <pc:sldMk cId="2135640296" sldId="300"/>
        </pc:sldMkLst>
        <pc:picChg chg="del">
          <ac:chgData name="SANTIAGO TALERO PARRA" userId="S::stalerop@udistrital.edu.co::26a59e6f-ba71-4578-9490-b57439b3e7f0" providerId="AD" clId="Web-{5C6B6516-ED54-953C-E212-2E12B6313375}" dt="2025-04-28T03:53:49.832" v="32"/>
          <ac:picMkLst>
            <pc:docMk/>
            <pc:sldMk cId="2135640296" sldId="300"/>
            <ac:picMk id="2" creationId="{2F547830-27D5-C6F6-22EF-6FA3EC22130F}"/>
          </ac:picMkLst>
        </pc:picChg>
      </pc:sldChg>
      <pc:sldChg chg="add replId">
        <pc:chgData name="SANTIAGO TALERO PARRA" userId="S::stalerop@udistrital.edu.co::26a59e6f-ba71-4578-9490-b57439b3e7f0" providerId="AD" clId="Web-{5C6B6516-ED54-953C-E212-2E12B6313375}" dt="2025-04-28T03:53:41.956" v="31"/>
        <pc:sldMkLst>
          <pc:docMk/>
          <pc:sldMk cId="1874529738" sldId="301"/>
        </pc:sldMkLst>
      </pc:sldChg>
    </pc:docChg>
  </pc:docChgLst>
  <pc:docChgLst>
    <pc:chgData name="SANTIAGO TALERO PARRA" userId="26a59e6f-ba71-4578-9490-b57439b3e7f0" providerId="ADAL" clId="{B0983495-CE13-4A5E-BFD4-B5C0BAF58B26}"/>
    <pc:docChg chg="undo custSel addSld delSld modSld sldOrd">
      <pc:chgData name="SANTIAGO TALERO PARRA" userId="26a59e6f-ba71-4578-9490-b57439b3e7f0" providerId="ADAL" clId="{B0983495-CE13-4A5E-BFD4-B5C0BAF58B26}" dt="2025-04-29T12:12:42.300" v="1370" actId="2696"/>
      <pc:docMkLst>
        <pc:docMk/>
      </pc:docMkLst>
      <pc:sldChg chg="modSp mod">
        <pc:chgData name="SANTIAGO TALERO PARRA" userId="26a59e6f-ba71-4578-9490-b57439b3e7f0" providerId="ADAL" clId="{B0983495-CE13-4A5E-BFD4-B5C0BAF58B26}" dt="2025-04-29T11:14:26.975" v="146" actId="2711"/>
        <pc:sldMkLst>
          <pc:docMk/>
          <pc:sldMk cId="3247144218" sldId="256"/>
        </pc:sldMkLst>
        <pc:spChg chg="mod">
          <ac:chgData name="SANTIAGO TALERO PARRA" userId="26a59e6f-ba71-4578-9490-b57439b3e7f0" providerId="ADAL" clId="{B0983495-CE13-4A5E-BFD4-B5C0BAF58B26}" dt="2025-04-29T02:53:48.489" v="1" actId="2711"/>
          <ac:spMkLst>
            <pc:docMk/>
            <pc:sldMk cId="3247144218" sldId="256"/>
            <ac:spMk id="3" creationId="{5991B5EE-434E-7923-3143-6C291DB4208C}"/>
          </ac:spMkLst>
        </pc:spChg>
        <pc:spChg chg="mod">
          <ac:chgData name="SANTIAGO TALERO PARRA" userId="26a59e6f-ba71-4578-9490-b57439b3e7f0" providerId="ADAL" clId="{B0983495-CE13-4A5E-BFD4-B5C0BAF58B26}" dt="2025-04-29T11:14:26.975" v="146" actId="2711"/>
          <ac:spMkLst>
            <pc:docMk/>
            <pc:sldMk cId="3247144218" sldId="256"/>
            <ac:spMk id="5" creationId="{F361D62A-3961-5893-1501-57514F3115A4}"/>
          </ac:spMkLst>
        </pc:spChg>
      </pc:sldChg>
      <pc:sldChg chg="modSp mod">
        <pc:chgData name="SANTIAGO TALERO PARRA" userId="26a59e6f-ba71-4578-9490-b57439b3e7f0" providerId="ADAL" clId="{B0983495-CE13-4A5E-BFD4-B5C0BAF58B26}" dt="2025-04-29T03:12:17.677" v="34" actId="14100"/>
        <pc:sldMkLst>
          <pc:docMk/>
          <pc:sldMk cId="2623303382" sldId="257"/>
        </pc:sldMkLst>
        <pc:spChg chg="mod">
          <ac:chgData name="SANTIAGO TALERO PARRA" userId="26a59e6f-ba71-4578-9490-b57439b3e7f0" providerId="ADAL" clId="{B0983495-CE13-4A5E-BFD4-B5C0BAF58B26}" dt="2025-04-29T03:12:10.691" v="33" actId="20577"/>
          <ac:spMkLst>
            <pc:docMk/>
            <pc:sldMk cId="2623303382" sldId="257"/>
            <ac:spMk id="5" creationId="{3B312BC6-8986-415E-F9B0-2E2645D1794F}"/>
          </ac:spMkLst>
        </pc:spChg>
        <pc:picChg chg="mod">
          <ac:chgData name="SANTIAGO TALERO PARRA" userId="26a59e6f-ba71-4578-9490-b57439b3e7f0" providerId="ADAL" clId="{B0983495-CE13-4A5E-BFD4-B5C0BAF58B26}" dt="2025-04-29T03:12:17.677" v="34" actId="14100"/>
          <ac:picMkLst>
            <pc:docMk/>
            <pc:sldMk cId="2623303382" sldId="257"/>
            <ac:picMk id="4" creationId="{D6CAFC2F-FBD0-36FA-DD47-219A06EFB217}"/>
          </ac:picMkLst>
        </pc:picChg>
        <pc:picChg chg="mod">
          <ac:chgData name="SANTIAGO TALERO PARRA" userId="26a59e6f-ba71-4578-9490-b57439b3e7f0" providerId="ADAL" clId="{B0983495-CE13-4A5E-BFD4-B5C0BAF58B26}" dt="2025-04-29T03:12:01.739" v="30" actId="1076"/>
          <ac:picMkLst>
            <pc:docMk/>
            <pc:sldMk cId="2623303382" sldId="257"/>
            <ac:picMk id="7" creationId="{D3E95A06-EB62-7258-B6EA-9E0D670F5A31}"/>
          </ac:picMkLst>
        </pc:picChg>
      </pc:sldChg>
      <pc:sldChg chg="modSp mod">
        <pc:chgData name="SANTIAGO TALERO PARRA" userId="26a59e6f-ba71-4578-9490-b57439b3e7f0" providerId="ADAL" clId="{B0983495-CE13-4A5E-BFD4-B5C0BAF58B26}" dt="2025-04-29T11:14:58.216" v="147" actId="2711"/>
        <pc:sldMkLst>
          <pc:docMk/>
          <pc:sldMk cId="1298462765" sldId="258"/>
        </pc:sldMkLst>
        <pc:spChg chg="mod">
          <ac:chgData name="SANTIAGO TALERO PARRA" userId="26a59e6f-ba71-4578-9490-b57439b3e7f0" providerId="ADAL" clId="{B0983495-CE13-4A5E-BFD4-B5C0BAF58B26}" dt="2025-04-29T11:14:58.216" v="147" actId="2711"/>
          <ac:spMkLst>
            <pc:docMk/>
            <pc:sldMk cId="1298462765" sldId="258"/>
            <ac:spMk id="2" creationId="{A873D618-B979-09D4-1AEE-C229D17C6142}"/>
          </ac:spMkLst>
        </pc:spChg>
        <pc:spChg chg="mod">
          <ac:chgData name="SANTIAGO TALERO PARRA" userId="26a59e6f-ba71-4578-9490-b57439b3e7f0" providerId="ADAL" clId="{B0983495-CE13-4A5E-BFD4-B5C0BAF58B26}" dt="2025-04-29T03:12:48.042" v="37" actId="2711"/>
          <ac:spMkLst>
            <pc:docMk/>
            <pc:sldMk cId="1298462765" sldId="258"/>
            <ac:spMk id="6" creationId="{AFEA1A12-9DE0-C01B-E94F-18D59E5C168D}"/>
          </ac:spMkLst>
        </pc:spChg>
      </pc:sldChg>
      <pc:sldChg chg="delSp modSp mod">
        <pc:chgData name="SANTIAGO TALERO PARRA" userId="26a59e6f-ba71-4578-9490-b57439b3e7f0" providerId="ADAL" clId="{B0983495-CE13-4A5E-BFD4-B5C0BAF58B26}" dt="2025-04-29T11:15:29.810" v="151" actId="255"/>
        <pc:sldMkLst>
          <pc:docMk/>
          <pc:sldMk cId="3975716080" sldId="259"/>
        </pc:sldMkLst>
        <pc:spChg chg="mod">
          <ac:chgData name="SANTIAGO TALERO PARRA" userId="26a59e6f-ba71-4578-9490-b57439b3e7f0" providerId="ADAL" clId="{B0983495-CE13-4A5E-BFD4-B5C0BAF58B26}" dt="2025-04-29T11:15:29.810" v="151" actId="255"/>
          <ac:spMkLst>
            <pc:docMk/>
            <pc:sldMk cId="3975716080" sldId="259"/>
            <ac:spMk id="2" creationId="{A93AF2D1-3AF4-8B7C-D405-007A06DC8412}"/>
          </ac:spMkLst>
        </pc:spChg>
        <pc:spChg chg="mod">
          <ac:chgData name="SANTIAGO TALERO PARRA" userId="26a59e6f-ba71-4578-9490-b57439b3e7f0" providerId="ADAL" clId="{B0983495-CE13-4A5E-BFD4-B5C0BAF58B26}" dt="2025-04-29T03:14:32.096" v="68" actId="14100"/>
          <ac:spMkLst>
            <pc:docMk/>
            <pc:sldMk cId="3975716080" sldId="259"/>
            <ac:spMk id="5" creationId="{FB9DB552-3082-5AA7-94BB-35E6F59E6445}"/>
          </ac:spMkLst>
        </pc:spChg>
        <pc:spChg chg="del">
          <ac:chgData name="SANTIAGO TALERO PARRA" userId="26a59e6f-ba71-4578-9490-b57439b3e7f0" providerId="ADAL" clId="{B0983495-CE13-4A5E-BFD4-B5C0BAF58B26}" dt="2025-04-29T03:13:41.752" v="52" actId="478"/>
          <ac:spMkLst>
            <pc:docMk/>
            <pc:sldMk cId="3975716080" sldId="259"/>
            <ac:spMk id="11" creationId="{FBF8708F-33EB-5A14-71FB-018B35ED2E46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5:58.589" v="154" actId="2711"/>
        <pc:sldMkLst>
          <pc:docMk/>
          <pc:sldMk cId="521501040" sldId="260"/>
        </pc:sldMkLst>
        <pc:spChg chg="mod">
          <ac:chgData name="SANTIAGO TALERO PARRA" userId="26a59e6f-ba71-4578-9490-b57439b3e7f0" providerId="ADAL" clId="{B0983495-CE13-4A5E-BFD4-B5C0BAF58B26}" dt="2025-04-29T11:15:58.589" v="154" actId="2711"/>
          <ac:spMkLst>
            <pc:docMk/>
            <pc:sldMk cId="521501040" sldId="260"/>
            <ac:spMk id="2" creationId="{9C1A149B-ED93-834F-86BC-59262557EDFE}"/>
          </ac:spMkLst>
        </pc:spChg>
        <pc:spChg chg="mod">
          <ac:chgData name="SANTIAGO TALERO PARRA" userId="26a59e6f-ba71-4578-9490-b57439b3e7f0" providerId="ADAL" clId="{B0983495-CE13-4A5E-BFD4-B5C0BAF58B26}" dt="2025-04-29T03:15:29.226" v="94" actId="255"/>
          <ac:spMkLst>
            <pc:docMk/>
            <pc:sldMk cId="521501040" sldId="260"/>
            <ac:spMk id="4" creationId="{4F42FE18-D9D5-EC9C-5853-CA8C39C7DC70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6:22.350" v="159" actId="20577"/>
        <pc:sldMkLst>
          <pc:docMk/>
          <pc:sldMk cId="2169704480" sldId="261"/>
        </pc:sldMkLst>
        <pc:spChg chg="mod">
          <ac:chgData name="SANTIAGO TALERO PARRA" userId="26a59e6f-ba71-4578-9490-b57439b3e7f0" providerId="ADAL" clId="{B0983495-CE13-4A5E-BFD4-B5C0BAF58B26}" dt="2025-04-29T11:16:22.350" v="159" actId="20577"/>
          <ac:spMkLst>
            <pc:docMk/>
            <pc:sldMk cId="2169704480" sldId="261"/>
            <ac:spMk id="2" creationId="{7D095D0E-378F-CFD2-BF8B-CB018E1F04D3}"/>
          </ac:spMkLst>
        </pc:spChg>
        <pc:spChg chg="mod">
          <ac:chgData name="SANTIAGO TALERO PARRA" userId="26a59e6f-ba71-4578-9490-b57439b3e7f0" providerId="ADAL" clId="{B0983495-CE13-4A5E-BFD4-B5C0BAF58B26}" dt="2025-04-29T03:16:54.149" v="106" actId="27636"/>
          <ac:spMkLst>
            <pc:docMk/>
            <pc:sldMk cId="2169704480" sldId="261"/>
            <ac:spMk id="4" creationId="{491ADB05-9B06-BA07-DE3A-E5C70AA4FF38}"/>
          </ac:spMkLst>
        </pc:spChg>
        <pc:picChg chg="mod">
          <ac:chgData name="SANTIAGO TALERO PARRA" userId="26a59e6f-ba71-4578-9490-b57439b3e7f0" providerId="ADAL" clId="{B0983495-CE13-4A5E-BFD4-B5C0BAF58B26}" dt="2025-04-29T03:16:59.651" v="107" actId="1076"/>
          <ac:picMkLst>
            <pc:docMk/>
            <pc:sldMk cId="2169704480" sldId="261"/>
            <ac:picMk id="3" creationId="{8E579A7A-2751-4FED-23F6-855CE6FBD4FF}"/>
          </ac:picMkLst>
        </pc:picChg>
      </pc:sldChg>
      <pc:sldChg chg="modSp mod">
        <pc:chgData name="SANTIAGO TALERO PARRA" userId="26a59e6f-ba71-4578-9490-b57439b3e7f0" providerId="ADAL" clId="{B0983495-CE13-4A5E-BFD4-B5C0BAF58B26}" dt="2025-04-29T11:15:08.026" v="148" actId="2711"/>
        <pc:sldMkLst>
          <pc:docMk/>
          <pc:sldMk cId="3493406114" sldId="277"/>
        </pc:sldMkLst>
        <pc:spChg chg="mod">
          <ac:chgData name="SANTIAGO TALERO PARRA" userId="26a59e6f-ba71-4578-9490-b57439b3e7f0" providerId="ADAL" clId="{B0983495-CE13-4A5E-BFD4-B5C0BAF58B26}" dt="2025-04-29T11:15:08.026" v="148" actId="2711"/>
          <ac:spMkLst>
            <pc:docMk/>
            <pc:sldMk cId="3493406114" sldId="277"/>
            <ac:spMk id="2" creationId="{5C2B42FB-56A9-A918-E69E-B28211B4AE32}"/>
          </ac:spMkLst>
        </pc:spChg>
        <pc:spChg chg="mod">
          <ac:chgData name="SANTIAGO TALERO PARRA" userId="26a59e6f-ba71-4578-9490-b57439b3e7f0" providerId="ADAL" clId="{B0983495-CE13-4A5E-BFD4-B5C0BAF58B26}" dt="2025-04-29T03:12:59.178" v="38" actId="2711"/>
          <ac:spMkLst>
            <pc:docMk/>
            <pc:sldMk cId="3493406114" sldId="277"/>
            <ac:spMk id="6" creationId="{AE5AE265-32F2-3F68-1BF2-27AB833ECA5C}"/>
          </ac:spMkLst>
        </pc:spChg>
        <pc:spChg chg="mod">
          <ac:chgData name="SANTIAGO TALERO PARRA" userId="26a59e6f-ba71-4578-9490-b57439b3e7f0" providerId="ADAL" clId="{B0983495-CE13-4A5E-BFD4-B5C0BAF58B26}" dt="2025-04-29T03:13:03.771" v="39" actId="2711"/>
          <ac:spMkLst>
            <pc:docMk/>
            <pc:sldMk cId="3493406114" sldId="277"/>
            <ac:spMk id="8" creationId="{A22E7F6B-F3CE-EB84-9DFF-465C1FBF4EB0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5:17.867" v="149" actId="2711"/>
        <pc:sldMkLst>
          <pc:docMk/>
          <pc:sldMk cId="2154859591" sldId="278"/>
        </pc:sldMkLst>
        <pc:spChg chg="mod">
          <ac:chgData name="SANTIAGO TALERO PARRA" userId="26a59e6f-ba71-4578-9490-b57439b3e7f0" providerId="ADAL" clId="{B0983495-CE13-4A5E-BFD4-B5C0BAF58B26}" dt="2025-04-29T11:15:17.867" v="149" actId="2711"/>
          <ac:spMkLst>
            <pc:docMk/>
            <pc:sldMk cId="2154859591" sldId="278"/>
            <ac:spMk id="2" creationId="{14C79A16-7B99-325B-6A80-EBEFC5B635B8}"/>
          </ac:spMkLst>
        </pc:spChg>
        <pc:spChg chg="mod">
          <ac:chgData name="SANTIAGO TALERO PARRA" userId="26a59e6f-ba71-4578-9490-b57439b3e7f0" providerId="ADAL" clId="{B0983495-CE13-4A5E-BFD4-B5C0BAF58B26}" dt="2025-04-29T03:13:15.307" v="41" actId="2711"/>
          <ac:spMkLst>
            <pc:docMk/>
            <pc:sldMk cId="2154859591" sldId="278"/>
            <ac:spMk id="6" creationId="{644293A6-A326-7596-5E44-DAFA1670140E}"/>
          </ac:spMkLst>
        </pc:spChg>
        <pc:spChg chg="mod">
          <ac:chgData name="SANTIAGO TALERO PARRA" userId="26a59e6f-ba71-4578-9490-b57439b3e7f0" providerId="ADAL" clId="{B0983495-CE13-4A5E-BFD4-B5C0BAF58B26}" dt="2025-04-29T03:13:11.171" v="40" actId="2711"/>
          <ac:spMkLst>
            <pc:docMk/>
            <pc:sldMk cId="2154859591" sldId="278"/>
            <ac:spMk id="8" creationId="{E1C6B998-923D-21B2-0530-CBE486DCB99F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5:50.716" v="153" actId="2711"/>
        <pc:sldMkLst>
          <pc:docMk/>
          <pc:sldMk cId="815896407" sldId="279"/>
        </pc:sldMkLst>
        <pc:spChg chg="mod">
          <ac:chgData name="SANTIAGO TALERO PARRA" userId="26a59e6f-ba71-4578-9490-b57439b3e7f0" providerId="ADAL" clId="{B0983495-CE13-4A5E-BFD4-B5C0BAF58B26}" dt="2025-04-29T11:15:50.716" v="153" actId="2711"/>
          <ac:spMkLst>
            <pc:docMk/>
            <pc:sldMk cId="815896407" sldId="279"/>
            <ac:spMk id="2" creationId="{28192877-D4EA-D5C1-5DA6-D8548B5A2123}"/>
          </ac:spMkLst>
        </pc:spChg>
        <pc:spChg chg="mod">
          <ac:chgData name="SANTIAGO TALERO PARRA" userId="26a59e6f-ba71-4578-9490-b57439b3e7f0" providerId="ADAL" clId="{B0983495-CE13-4A5E-BFD4-B5C0BAF58B26}" dt="2025-04-29T03:14:56.915" v="88" actId="27636"/>
          <ac:spMkLst>
            <pc:docMk/>
            <pc:sldMk cId="815896407" sldId="279"/>
            <ac:spMk id="5" creationId="{77FCF69A-257A-A9B9-B187-DAA1E034A4FB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6:08.736" v="155" actId="2711"/>
        <pc:sldMkLst>
          <pc:docMk/>
          <pc:sldMk cId="2458255036" sldId="280"/>
        </pc:sldMkLst>
        <pc:spChg chg="mod">
          <ac:chgData name="SANTIAGO TALERO PARRA" userId="26a59e6f-ba71-4578-9490-b57439b3e7f0" providerId="ADAL" clId="{B0983495-CE13-4A5E-BFD4-B5C0BAF58B26}" dt="2025-04-29T11:16:08.736" v="155" actId="2711"/>
          <ac:spMkLst>
            <pc:docMk/>
            <pc:sldMk cId="2458255036" sldId="280"/>
            <ac:spMk id="2" creationId="{A8AA309D-DA5E-8194-0A5A-66AA33F9B6F6}"/>
          </ac:spMkLst>
        </pc:spChg>
        <pc:spChg chg="mod">
          <ac:chgData name="SANTIAGO TALERO PARRA" userId="26a59e6f-ba71-4578-9490-b57439b3e7f0" providerId="ADAL" clId="{B0983495-CE13-4A5E-BFD4-B5C0BAF58B26}" dt="2025-04-29T03:16:11.186" v="99" actId="114"/>
          <ac:spMkLst>
            <pc:docMk/>
            <pc:sldMk cId="2458255036" sldId="280"/>
            <ac:spMk id="4" creationId="{AC4CCDAD-2AE2-0544-85CB-12213776F8F4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6:14.066" v="156" actId="2711"/>
        <pc:sldMkLst>
          <pc:docMk/>
          <pc:sldMk cId="2799057701" sldId="281"/>
        </pc:sldMkLst>
        <pc:spChg chg="mod">
          <ac:chgData name="SANTIAGO TALERO PARRA" userId="26a59e6f-ba71-4578-9490-b57439b3e7f0" providerId="ADAL" clId="{B0983495-CE13-4A5E-BFD4-B5C0BAF58B26}" dt="2025-04-29T11:16:14.066" v="156" actId="2711"/>
          <ac:spMkLst>
            <pc:docMk/>
            <pc:sldMk cId="2799057701" sldId="281"/>
            <ac:spMk id="2" creationId="{6AF0CF85-5099-C401-B884-95632E38BFE9}"/>
          </ac:spMkLst>
        </pc:spChg>
        <pc:spChg chg="mod">
          <ac:chgData name="SANTIAGO TALERO PARRA" userId="26a59e6f-ba71-4578-9490-b57439b3e7f0" providerId="ADAL" clId="{B0983495-CE13-4A5E-BFD4-B5C0BAF58B26}" dt="2025-04-29T03:16:34.514" v="101" actId="2711"/>
          <ac:spMkLst>
            <pc:docMk/>
            <pc:sldMk cId="2799057701" sldId="281"/>
            <ac:spMk id="4" creationId="{665F5296-2891-B1BC-FC3A-8C8D19289AFB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6:35.500" v="162" actId="20577"/>
        <pc:sldMkLst>
          <pc:docMk/>
          <pc:sldMk cId="2465189367" sldId="282"/>
        </pc:sldMkLst>
        <pc:spChg chg="mod">
          <ac:chgData name="SANTIAGO TALERO PARRA" userId="26a59e6f-ba71-4578-9490-b57439b3e7f0" providerId="ADAL" clId="{B0983495-CE13-4A5E-BFD4-B5C0BAF58B26}" dt="2025-04-29T11:16:35.500" v="162" actId="20577"/>
          <ac:spMkLst>
            <pc:docMk/>
            <pc:sldMk cId="2465189367" sldId="282"/>
            <ac:spMk id="2" creationId="{3714133B-4722-A605-C653-73CFC5103266}"/>
          </ac:spMkLst>
        </pc:spChg>
        <pc:spChg chg="mod">
          <ac:chgData name="SANTIAGO TALERO PARRA" userId="26a59e6f-ba71-4578-9490-b57439b3e7f0" providerId="ADAL" clId="{B0983495-CE13-4A5E-BFD4-B5C0BAF58B26}" dt="2025-04-29T03:18:05.011" v="124" actId="14100"/>
          <ac:spMkLst>
            <pc:docMk/>
            <pc:sldMk cId="2465189367" sldId="282"/>
            <ac:spMk id="4" creationId="{88BF76EC-FB24-D032-1748-D72BBE02F95D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6:44.467" v="165" actId="20577"/>
        <pc:sldMkLst>
          <pc:docMk/>
          <pc:sldMk cId="1979463363" sldId="283"/>
        </pc:sldMkLst>
        <pc:spChg chg="mod">
          <ac:chgData name="SANTIAGO TALERO PARRA" userId="26a59e6f-ba71-4578-9490-b57439b3e7f0" providerId="ADAL" clId="{B0983495-CE13-4A5E-BFD4-B5C0BAF58B26}" dt="2025-04-29T11:16:44.467" v="165" actId="20577"/>
          <ac:spMkLst>
            <pc:docMk/>
            <pc:sldMk cId="1979463363" sldId="283"/>
            <ac:spMk id="2" creationId="{F3985C73-9323-CAA6-9BD5-50C24CF99EDE}"/>
          </ac:spMkLst>
        </pc:spChg>
        <pc:spChg chg="mod">
          <ac:chgData name="SANTIAGO TALERO PARRA" userId="26a59e6f-ba71-4578-9490-b57439b3e7f0" providerId="ADAL" clId="{B0983495-CE13-4A5E-BFD4-B5C0BAF58B26}" dt="2025-04-29T03:18:57.666" v="145" actId="255"/>
          <ac:spMkLst>
            <pc:docMk/>
            <pc:sldMk cId="1979463363" sldId="283"/>
            <ac:spMk id="4" creationId="{15971A03-0C62-1C13-EC3F-592DF414A305}"/>
          </ac:spMkLst>
        </pc:spChg>
        <pc:cxnChg chg="mod">
          <ac:chgData name="SANTIAGO TALERO PARRA" userId="26a59e6f-ba71-4578-9490-b57439b3e7f0" providerId="ADAL" clId="{B0983495-CE13-4A5E-BFD4-B5C0BAF58B26}" dt="2025-04-29T03:18:33.322" v="137" actId="1076"/>
          <ac:cxnSpMkLst>
            <pc:docMk/>
            <pc:sldMk cId="1979463363" sldId="283"/>
            <ac:cxnSpMk id="6" creationId="{F43A1E2E-02F0-3F9D-F6B3-697CE155298E}"/>
          </ac:cxnSpMkLst>
        </pc:cxnChg>
      </pc:sldChg>
      <pc:sldChg chg="modSp mod">
        <pc:chgData name="SANTIAGO TALERO PARRA" userId="26a59e6f-ba71-4578-9490-b57439b3e7f0" providerId="ADAL" clId="{B0983495-CE13-4A5E-BFD4-B5C0BAF58B26}" dt="2025-04-29T11:17:06.589" v="170" actId="255"/>
        <pc:sldMkLst>
          <pc:docMk/>
          <pc:sldMk cId="3239127929" sldId="284"/>
        </pc:sldMkLst>
        <pc:spChg chg="mod">
          <ac:chgData name="SANTIAGO TALERO PARRA" userId="26a59e6f-ba71-4578-9490-b57439b3e7f0" providerId="ADAL" clId="{B0983495-CE13-4A5E-BFD4-B5C0BAF58B26}" dt="2025-04-29T11:16:53.335" v="168" actId="20577"/>
          <ac:spMkLst>
            <pc:docMk/>
            <pc:sldMk cId="3239127929" sldId="284"/>
            <ac:spMk id="2" creationId="{D14D2875-E89E-2647-82F4-98D7F096B258}"/>
          </ac:spMkLst>
        </pc:spChg>
        <pc:spChg chg="mod">
          <ac:chgData name="SANTIAGO TALERO PARRA" userId="26a59e6f-ba71-4578-9490-b57439b3e7f0" providerId="ADAL" clId="{B0983495-CE13-4A5E-BFD4-B5C0BAF58B26}" dt="2025-04-29T11:17:06.589" v="170" actId="255"/>
          <ac:spMkLst>
            <pc:docMk/>
            <pc:sldMk cId="3239127929" sldId="284"/>
            <ac:spMk id="4" creationId="{DD45E626-F448-D311-DA9C-90E92F44DD23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7:18.856" v="173" actId="2711"/>
        <pc:sldMkLst>
          <pc:docMk/>
          <pc:sldMk cId="1375123407" sldId="285"/>
        </pc:sldMkLst>
        <pc:spChg chg="mod">
          <ac:chgData name="SANTIAGO TALERO PARRA" userId="26a59e6f-ba71-4578-9490-b57439b3e7f0" providerId="ADAL" clId="{B0983495-CE13-4A5E-BFD4-B5C0BAF58B26}" dt="2025-04-29T11:17:14.506" v="172" actId="20577"/>
          <ac:spMkLst>
            <pc:docMk/>
            <pc:sldMk cId="1375123407" sldId="285"/>
            <ac:spMk id="2" creationId="{C3AAA4EA-AC77-5EE5-0145-60687B63772F}"/>
          </ac:spMkLst>
        </pc:spChg>
        <pc:spChg chg="mod">
          <ac:chgData name="SANTIAGO TALERO PARRA" userId="26a59e6f-ba71-4578-9490-b57439b3e7f0" providerId="ADAL" clId="{B0983495-CE13-4A5E-BFD4-B5C0BAF58B26}" dt="2025-04-29T11:17:18.856" v="173" actId="2711"/>
          <ac:spMkLst>
            <pc:docMk/>
            <pc:sldMk cId="1375123407" sldId="285"/>
            <ac:spMk id="4" creationId="{7970E3FD-C2EF-9312-B7DE-7C6322E7BA9D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7:41.104" v="177" actId="2711"/>
        <pc:sldMkLst>
          <pc:docMk/>
          <pc:sldMk cId="3580945851" sldId="286"/>
        </pc:sldMkLst>
        <pc:spChg chg="mod">
          <ac:chgData name="SANTIAGO TALERO PARRA" userId="26a59e6f-ba71-4578-9490-b57439b3e7f0" providerId="ADAL" clId="{B0983495-CE13-4A5E-BFD4-B5C0BAF58B26}" dt="2025-04-29T11:17:28.876" v="175" actId="20577"/>
          <ac:spMkLst>
            <pc:docMk/>
            <pc:sldMk cId="3580945851" sldId="286"/>
            <ac:spMk id="2" creationId="{0B1CBC62-28FC-DB17-2E39-D659F22CE251}"/>
          </ac:spMkLst>
        </pc:spChg>
        <pc:spChg chg="mod">
          <ac:chgData name="SANTIAGO TALERO PARRA" userId="26a59e6f-ba71-4578-9490-b57439b3e7f0" providerId="ADAL" clId="{B0983495-CE13-4A5E-BFD4-B5C0BAF58B26}" dt="2025-04-29T11:17:41.104" v="177" actId="2711"/>
          <ac:spMkLst>
            <pc:docMk/>
            <pc:sldMk cId="3580945851" sldId="286"/>
            <ac:spMk id="4" creationId="{704A8068-3D96-AE38-0F7C-63E1ED692E70}"/>
          </ac:spMkLst>
        </pc:spChg>
      </pc:sldChg>
      <pc:sldChg chg="modSp mod">
        <pc:chgData name="SANTIAGO TALERO PARRA" userId="26a59e6f-ba71-4578-9490-b57439b3e7f0" providerId="ADAL" clId="{B0983495-CE13-4A5E-BFD4-B5C0BAF58B26}" dt="2025-04-29T11:18:21.248" v="184" actId="14100"/>
        <pc:sldMkLst>
          <pc:docMk/>
          <pc:sldMk cId="3192154406" sldId="287"/>
        </pc:sldMkLst>
        <pc:spChg chg="mod">
          <ac:chgData name="SANTIAGO TALERO PARRA" userId="26a59e6f-ba71-4578-9490-b57439b3e7f0" providerId="ADAL" clId="{B0983495-CE13-4A5E-BFD4-B5C0BAF58B26}" dt="2025-04-29T11:17:49.695" v="179" actId="20577"/>
          <ac:spMkLst>
            <pc:docMk/>
            <pc:sldMk cId="3192154406" sldId="287"/>
            <ac:spMk id="2" creationId="{B51E132B-2516-50F8-BF1B-CA01760DAFF5}"/>
          </ac:spMkLst>
        </pc:spChg>
        <pc:spChg chg="mod">
          <ac:chgData name="SANTIAGO TALERO PARRA" userId="26a59e6f-ba71-4578-9490-b57439b3e7f0" providerId="ADAL" clId="{B0983495-CE13-4A5E-BFD4-B5C0BAF58B26}" dt="2025-04-29T11:18:15.646" v="183" actId="1076"/>
          <ac:spMkLst>
            <pc:docMk/>
            <pc:sldMk cId="3192154406" sldId="287"/>
            <ac:spMk id="4" creationId="{181CA4EF-91FE-962A-A0B4-8B080FB9A5F0}"/>
          </ac:spMkLst>
        </pc:spChg>
        <pc:picChg chg="mod">
          <ac:chgData name="SANTIAGO TALERO PARRA" userId="26a59e6f-ba71-4578-9490-b57439b3e7f0" providerId="ADAL" clId="{B0983495-CE13-4A5E-BFD4-B5C0BAF58B26}" dt="2025-04-29T11:18:21.248" v="184" actId="14100"/>
          <ac:picMkLst>
            <pc:docMk/>
            <pc:sldMk cId="3192154406" sldId="287"/>
            <ac:picMk id="3" creationId="{FFC4D252-E754-AD7E-C5BB-28FD14133788}"/>
          </ac:picMkLst>
        </pc:picChg>
      </pc:sldChg>
      <pc:sldChg chg="modSp mod">
        <pc:chgData name="SANTIAGO TALERO PARRA" userId="26a59e6f-ba71-4578-9490-b57439b3e7f0" providerId="ADAL" clId="{B0983495-CE13-4A5E-BFD4-B5C0BAF58B26}" dt="2025-04-29T11:20:19.616" v="208" actId="20577"/>
        <pc:sldMkLst>
          <pc:docMk/>
          <pc:sldMk cId="31565308" sldId="288"/>
        </pc:sldMkLst>
        <pc:spChg chg="mod">
          <ac:chgData name="SANTIAGO TALERO PARRA" userId="26a59e6f-ba71-4578-9490-b57439b3e7f0" providerId="ADAL" clId="{B0983495-CE13-4A5E-BFD4-B5C0BAF58B26}" dt="2025-04-29T11:18:32.981" v="190" actId="20577"/>
          <ac:spMkLst>
            <pc:docMk/>
            <pc:sldMk cId="31565308" sldId="288"/>
            <ac:spMk id="2" creationId="{9B37A795-7474-80F3-3659-6A50DD39112E}"/>
          </ac:spMkLst>
        </pc:spChg>
        <pc:spChg chg="mod">
          <ac:chgData name="SANTIAGO TALERO PARRA" userId="26a59e6f-ba71-4578-9490-b57439b3e7f0" providerId="ADAL" clId="{B0983495-CE13-4A5E-BFD4-B5C0BAF58B26}" dt="2025-04-29T11:20:19.616" v="208" actId="20577"/>
          <ac:spMkLst>
            <pc:docMk/>
            <pc:sldMk cId="31565308" sldId="288"/>
            <ac:spMk id="4" creationId="{AD3B53CC-CE0A-C1E9-718F-2BE0459ED05F}"/>
          </ac:spMkLst>
        </pc:spChg>
        <pc:picChg chg="mod">
          <ac:chgData name="SANTIAGO TALERO PARRA" userId="26a59e6f-ba71-4578-9490-b57439b3e7f0" providerId="ADAL" clId="{B0983495-CE13-4A5E-BFD4-B5C0BAF58B26}" dt="2025-04-29T11:18:27.719" v="186" actId="1076"/>
          <ac:picMkLst>
            <pc:docMk/>
            <pc:sldMk cId="31565308" sldId="288"/>
            <ac:picMk id="5" creationId="{A59EACAD-6498-7750-3C67-F075CD3F8DC9}"/>
          </ac:picMkLst>
        </pc:picChg>
      </pc:sldChg>
      <pc:sldChg chg="modSp mod">
        <pc:chgData name="SANTIAGO TALERO PARRA" userId="26a59e6f-ba71-4578-9490-b57439b3e7f0" providerId="ADAL" clId="{B0983495-CE13-4A5E-BFD4-B5C0BAF58B26}" dt="2025-04-29T11:20:36.721" v="211" actId="2711"/>
        <pc:sldMkLst>
          <pc:docMk/>
          <pc:sldMk cId="3683011454" sldId="289"/>
        </pc:sldMkLst>
        <pc:spChg chg="mod">
          <ac:chgData name="SANTIAGO TALERO PARRA" userId="26a59e6f-ba71-4578-9490-b57439b3e7f0" providerId="ADAL" clId="{B0983495-CE13-4A5E-BFD4-B5C0BAF58B26}" dt="2025-04-29T11:20:30.605" v="210" actId="20577"/>
          <ac:spMkLst>
            <pc:docMk/>
            <pc:sldMk cId="3683011454" sldId="289"/>
            <ac:spMk id="2" creationId="{953EEB38-F8D3-69EE-2F0A-97CDF5C51F4A}"/>
          </ac:spMkLst>
        </pc:spChg>
        <pc:spChg chg="mod">
          <ac:chgData name="SANTIAGO TALERO PARRA" userId="26a59e6f-ba71-4578-9490-b57439b3e7f0" providerId="ADAL" clId="{B0983495-CE13-4A5E-BFD4-B5C0BAF58B26}" dt="2025-04-29T11:20:36.721" v="211" actId="2711"/>
          <ac:spMkLst>
            <pc:docMk/>
            <pc:sldMk cId="3683011454" sldId="289"/>
            <ac:spMk id="4" creationId="{F8DE9C25-DA55-9C5A-8ACD-CD8E85A32923}"/>
          </ac:spMkLst>
        </pc:spChg>
      </pc:sldChg>
      <pc:sldChg chg="modSp mod">
        <pc:chgData name="SANTIAGO TALERO PARRA" userId="26a59e6f-ba71-4578-9490-b57439b3e7f0" providerId="ADAL" clId="{B0983495-CE13-4A5E-BFD4-B5C0BAF58B26}" dt="2025-04-29T11:20:47.316" v="214" actId="2711"/>
        <pc:sldMkLst>
          <pc:docMk/>
          <pc:sldMk cId="3766543778" sldId="290"/>
        </pc:sldMkLst>
        <pc:spChg chg="mod">
          <ac:chgData name="SANTIAGO TALERO PARRA" userId="26a59e6f-ba71-4578-9490-b57439b3e7f0" providerId="ADAL" clId="{B0983495-CE13-4A5E-BFD4-B5C0BAF58B26}" dt="2025-04-29T11:20:42.654" v="213" actId="20577"/>
          <ac:spMkLst>
            <pc:docMk/>
            <pc:sldMk cId="3766543778" sldId="290"/>
            <ac:spMk id="2" creationId="{BDD8F978-0349-2DEE-176F-90C904A03A3B}"/>
          </ac:spMkLst>
        </pc:spChg>
        <pc:spChg chg="mod">
          <ac:chgData name="SANTIAGO TALERO PARRA" userId="26a59e6f-ba71-4578-9490-b57439b3e7f0" providerId="ADAL" clId="{B0983495-CE13-4A5E-BFD4-B5C0BAF58B26}" dt="2025-04-29T11:20:47.316" v="214" actId="2711"/>
          <ac:spMkLst>
            <pc:docMk/>
            <pc:sldMk cId="3766543778" sldId="290"/>
            <ac:spMk id="4" creationId="{9D7BBF92-B437-678F-F926-E3671FFC5762}"/>
          </ac:spMkLst>
        </pc:spChg>
      </pc:sldChg>
      <pc:sldChg chg="modSp mod">
        <pc:chgData name="SANTIAGO TALERO PARRA" userId="26a59e6f-ba71-4578-9490-b57439b3e7f0" providerId="ADAL" clId="{B0983495-CE13-4A5E-BFD4-B5C0BAF58B26}" dt="2025-04-29T11:20:56.467" v="215" actId="2711"/>
        <pc:sldMkLst>
          <pc:docMk/>
          <pc:sldMk cId="1129117760" sldId="291"/>
        </pc:sldMkLst>
        <pc:graphicFrameChg chg="modGraphic">
          <ac:chgData name="SANTIAGO TALERO PARRA" userId="26a59e6f-ba71-4578-9490-b57439b3e7f0" providerId="ADAL" clId="{B0983495-CE13-4A5E-BFD4-B5C0BAF58B26}" dt="2025-04-29T11:20:56.467" v="215" actId="2711"/>
          <ac:graphicFrameMkLst>
            <pc:docMk/>
            <pc:sldMk cId="1129117760" sldId="291"/>
            <ac:graphicFrameMk id="8" creationId="{714EB52D-2CA2-ADE9-88B4-EF11EAD20A27}"/>
          </ac:graphicFrameMkLst>
        </pc:graphicFrameChg>
      </pc:sldChg>
      <pc:sldChg chg="modSp mod">
        <pc:chgData name="SANTIAGO TALERO PARRA" userId="26a59e6f-ba71-4578-9490-b57439b3e7f0" providerId="ADAL" clId="{B0983495-CE13-4A5E-BFD4-B5C0BAF58B26}" dt="2025-04-29T11:22:17.657" v="221" actId="1076"/>
        <pc:sldMkLst>
          <pc:docMk/>
          <pc:sldMk cId="3760903376" sldId="293"/>
        </pc:sldMkLst>
        <pc:spChg chg="mod">
          <ac:chgData name="SANTIAGO TALERO PARRA" userId="26a59e6f-ba71-4578-9490-b57439b3e7f0" providerId="ADAL" clId="{B0983495-CE13-4A5E-BFD4-B5C0BAF58B26}" dt="2025-04-29T11:21:13.627" v="216" actId="2711"/>
          <ac:spMkLst>
            <pc:docMk/>
            <pc:sldMk cId="3760903376" sldId="293"/>
            <ac:spMk id="2" creationId="{36741BDC-D62E-0BC9-7CC9-B57905C6F750}"/>
          </ac:spMkLst>
        </pc:spChg>
        <pc:spChg chg="mod">
          <ac:chgData name="SANTIAGO TALERO PARRA" userId="26a59e6f-ba71-4578-9490-b57439b3e7f0" providerId="ADAL" clId="{B0983495-CE13-4A5E-BFD4-B5C0BAF58B26}" dt="2025-04-29T11:21:20.581" v="217" actId="2711"/>
          <ac:spMkLst>
            <pc:docMk/>
            <pc:sldMk cId="3760903376" sldId="293"/>
            <ac:spMk id="3" creationId="{E169D123-E496-9724-6045-3A30BF5E8A0A}"/>
          </ac:spMkLst>
        </pc:spChg>
        <pc:picChg chg="mod">
          <ac:chgData name="SANTIAGO TALERO PARRA" userId="26a59e6f-ba71-4578-9490-b57439b3e7f0" providerId="ADAL" clId="{B0983495-CE13-4A5E-BFD4-B5C0BAF58B26}" dt="2025-04-29T11:21:57.209" v="219" actId="14100"/>
          <ac:picMkLst>
            <pc:docMk/>
            <pc:sldMk cId="3760903376" sldId="293"/>
            <ac:picMk id="9" creationId="{4E61FC0C-FAFC-09F2-7657-FDB146D18483}"/>
          </ac:picMkLst>
        </pc:picChg>
        <pc:picChg chg="mod">
          <ac:chgData name="SANTIAGO TALERO PARRA" userId="26a59e6f-ba71-4578-9490-b57439b3e7f0" providerId="ADAL" clId="{B0983495-CE13-4A5E-BFD4-B5C0BAF58B26}" dt="2025-04-29T11:22:17.657" v="221" actId="1076"/>
          <ac:picMkLst>
            <pc:docMk/>
            <pc:sldMk cId="3760903376" sldId="293"/>
            <ac:picMk id="10" creationId="{778B7F7D-0E51-F635-0646-D93BDDD2A0A0}"/>
          </ac:picMkLst>
        </pc:picChg>
      </pc:sldChg>
      <pc:sldChg chg="modSp mod">
        <pc:chgData name="SANTIAGO TALERO PARRA" userId="26a59e6f-ba71-4578-9490-b57439b3e7f0" providerId="ADAL" clId="{B0983495-CE13-4A5E-BFD4-B5C0BAF58B26}" dt="2025-04-29T11:22:43.824" v="225" actId="14100"/>
        <pc:sldMkLst>
          <pc:docMk/>
          <pc:sldMk cId="701574721" sldId="294"/>
        </pc:sldMkLst>
        <pc:spChg chg="mod">
          <ac:chgData name="SANTIAGO TALERO PARRA" userId="26a59e6f-ba71-4578-9490-b57439b3e7f0" providerId="ADAL" clId="{B0983495-CE13-4A5E-BFD4-B5C0BAF58B26}" dt="2025-04-29T11:22:31.328" v="223" actId="27636"/>
          <ac:spMkLst>
            <pc:docMk/>
            <pc:sldMk cId="701574721" sldId="294"/>
            <ac:spMk id="6" creationId="{5B34DCBD-EE7F-E372-CD8A-1BDEB4FA3FB1}"/>
          </ac:spMkLst>
        </pc:spChg>
        <pc:spChg chg="mod">
          <ac:chgData name="SANTIAGO TALERO PARRA" userId="26a59e6f-ba71-4578-9490-b57439b3e7f0" providerId="ADAL" clId="{B0983495-CE13-4A5E-BFD4-B5C0BAF58B26}" dt="2025-04-29T11:22:43.824" v="225" actId="14100"/>
          <ac:spMkLst>
            <pc:docMk/>
            <pc:sldMk cId="701574721" sldId="294"/>
            <ac:spMk id="8" creationId="{DF4DEE79-28FD-FFCE-0579-96E5D327BAA9}"/>
          </ac:spMkLst>
        </pc:spChg>
      </pc:sldChg>
      <pc:sldChg chg="modSp mod">
        <pc:chgData name="SANTIAGO TALERO PARRA" userId="26a59e6f-ba71-4578-9490-b57439b3e7f0" providerId="ADAL" clId="{B0983495-CE13-4A5E-BFD4-B5C0BAF58B26}" dt="2025-04-29T11:24:25.370" v="243" actId="1076"/>
        <pc:sldMkLst>
          <pc:docMk/>
          <pc:sldMk cId="847784632" sldId="296"/>
        </pc:sldMkLst>
        <pc:spChg chg="mod">
          <ac:chgData name="SANTIAGO TALERO PARRA" userId="26a59e6f-ba71-4578-9490-b57439b3e7f0" providerId="ADAL" clId="{B0983495-CE13-4A5E-BFD4-B5C0BAF58B26}" dt="2025-04-29T11:22:54.415" v="226" actId="2711"/>
          <ac:spMkLst>
            <pc:docMk/>
            <pc:sldMk cId="847784632" sldId="296"/>
            <ac:spMk id="2" creationId="{B2EEEE15-D39E-03EB-EA54-99F58A64819E}"/>
          </ac:spMkLst>
        </pc:spChg>
        <pc:spChg chg="mod">
          <ac:chgData name="SANTIAGO TALERO PARRA" userId="26a59e6f-ba71-4578-9490-b57439b3e7f0" providerId="ADAL" clId="{B0983495-CE13-4A5E-BFD4-B5C0BAF58B26}" dt="2025-04-29T11:23:08.130" v="229" actId="2711"/>
          <ac:spMkLst>
            <pc:docMk/>
            <pc:sldMk cId="847784632" sldId="296"/>
            <ac:spMk id="3" creationId="{923F6592-AA1A-7C4F-00AF-54A8AC62988C}"/>
          </ac:spMkLst>
        </pc:spChg>
        <pc:spChg chg="mod">
          <ac:chgData name="SANTIAGO TALERO PARRA" userId="26a59e6f-ba71-4578-9490-b57439b3e7f0" providerId="ADAL" clId="{B0983495-CE13-4A5E-BFD4-B5C0BAF58B26}" dt="2025-04-29T11:24:25.370" v="243" actId="1076"/>
          <ac:spMkLst>
            <pc:docMk/>
            <pc:sldMk cId="847784632" sldId="296"/>
            <ac:spMk id="5" creationId="{8CED701F-040C-8D18-DAE8-732DA0474D1B}"/>
          </ac:spMkLst>
        </pc:spChg>
        <pc:spChg chg="mod">
          <ac:chgData name="SANTIAGO TALERO PARRA" userId="26a59e6f-ba71-4578-9490-b57439b3e7f0" providerId="ADAL" clId="{B0983495-CE13-4A5E-BFD4-B5C0BAF58B26}" dt="2025-04-29T11:23:03.355" v="228" actId="2711"/>
          <ac:spMkLst>
            <pc:docMk/>
            <pc:sldMk cId="847784632" sldId="296"/>
            <ac:spMk id="7" creationId="{2CA3FCA8-A459-F520-077B-F02128BE6366}"/>
          </ac:spMkLst>
        </pc:spChg>
        <pc:picChg chg="mod">
          <ac:chgData name="SANTIAGO TALERO PARRA" userId="26a59e6f-ba71-4578-9490-b57439b3e7f0" providerId="ADAL" clId="{B0983495-CE13-4A5E-BFD4-B5C0BAF58B26}" dt="2025-04-29T11:24:20.295" v="241" actId="14100"/>
          <ac:picMkLst>
            <pc:docMk/>
            <pc:sldMk cId="847784632" sldId="296"/>
            <ac:picMk id="4" creationId="{65B6170F-56D2-C7DF-6BF1-A733A314F11D}"/>
          </ac:picMkLst>
        </pc:picChg>
        <pc:picChg chg="mod">
          <ac:chgData name="SANTIAGO TALERO PARRA" userId="26a59e6f-ba71-4578-9490-b57439b3e7f0" providerId="ADAL" clId="{B0983495-CE13-4A5E-BFD4-B5C0BAF58B26}" dt="2025-04-29T11:24:04.359" v="240" actId="1076"/>
          <ac:picMkLst>
            <pc:docMk/>
            <pc:sldMk cId="847784632" sldId="296"/>
            <ac:picMk id="9" creationId="{BEEA92BB-A77E-10A7-769E-3C52E95E18B6}"/>
          </ac:picMkLst>
        </pc:picChg>
        <pc:picChg chg="mod">
          <ac:chgData name="SANTIAGO TALERO PARRA" userId="26a59e6f-ba71-4578-9490-b57439b3e7f0" providerId="ADAL" clId="{B0983495-CE13-4A5E-BFD4-B5C0BAF58B26}" dt="2025-04-29T11:23:43.391" v="239" actId="1076"/>
          <ac:picMkLst>
            <pc:docMk/>
            <pc:sldMk cId="847784632" sldId="296"/>
            <ac:picMk id="10" creationId="{91E703CF-E0F9-A2DF-0795-F6365629D20F}"/>
          </ac:picMkLst>
        </pc:picChg>
      </pc:sldChg>
      <pc:sldChg chg="modSp mod">
        <pc:chgData name="SANTIAGO TALERO PARRA" userId="26a59e6f-ba71-4578-9490-b57439b3e7f0" providerId="ADAL" clId="{B0983495-CE13-4A5E-BFD4-B5C0BAF58B26}" dt="2025-04-29T11:24:42.135" v="246" actId="2711"/>
        <pc:sldMkLst>
          <pc:docMk/>
          <pc:sldMk cId="98641644" sldId="297"/>
        </pc:sldMkLst>
        <pc:spChg chg="mod">
          <ac:chgData name="SANTIAGO TALERO PARRA" userId="26a59e6f-ba71-4578-9490-b57439b3e7f0" providerId="ADAL" clId="{B0983495-CE13-4A5E-BFD4-B5C0BAF58B26}" dt="2025-04-29T11:24:37.143" v="245" actId="27636"/>
          <ac:spMkLst>
            <pc:docMk/>
            <pc:sldMk cId="98641644" sldId="297"/>
            <ac:spMk id="6" creationId="{FFEA6F9C-DA43-696D-9F3D-75288DCD17C3}"/>
          </ac:spMkLst>
        </pc:spChg>
        <pc:spChg chg="mod">
          <ac:chgData name="SANTIAGO TALERO PARRA" userId="26a59e6f-ba71-4578-9490-b57439b3e7f0" providerId="ADAL" clId="{B0983495-CE13-4A5E-BFD4-B5C0BAF58B26}" dt="2025-04-29T11:24:42.135" v="246" actId="2711"/>
          <ac:spMkLst>
            <pc:docMk/>
            <pc:sldMk cId="98641644" sldId="297"/>
            <ac:spMk id="8" creationId="{2CBE1F10-2312-1806-E55B-E5A09A2CFCE2}"/>
          </ac:spMkLst>
        </pc:spChg>
      </pc:sldChg>
      <pc:sldChg chg="modSp mod">
        <pc:chgData name="SANTIAGO TALERO PARRA" userId="26a59e6f-ba71-4578-9490-b57439b3e7f0" providerId="ADAL" clId="{B0983495-CE13-4A5E-BFD4-B5C0BAF58B26}" dt="2025-04-29T03:12:38.691" v="36" actId="2711"/>
        <pc:sldMkLst>
          <pc:docMk/>
          <pc:sldMk cId="1488271310" sldId="299"/>
        </pc:sldMkLst>
        <pc:spChg chg="mod">
          <ac:chgData name="SANTIAGO TALERO PARRA" userId="26a59e6f-ba71-4578-9490-b57439b3e7f0" providerId="ADAL" clId="{B0983495-CE13-4A5E-BFD4-B5C0BAF58B26}" dt="2025-04-29T03:12:38.691" v="36" actId="2711"/>
          <ac:spMkLst>
            <pc:docMk/>
            <pc:sldMk cId="1488271310" sldId="299"/>
            <ac:spMk id="5" creationId="{E973B008-E74E-3586-F416-24C66B25BBC2}"/>
          </ac:spMkLst>
        </pc:spChg>
      </pc:sldChg>
      <pc:sldChg chg="addSp delSp modSp del mod">
        <pc:chgData name="SANTIAGO TALERO PARRA" userId="26a59e6f-ba71-4578-9490-b57439b3e7f0" providerId="ADAL" clId="{B0983495-CE13-4A5E-BFD4-B5C0BAF58B26}" dt="2025-04-29T12:12:42.300" v="1370" actId="2696"/>
        <pc:sldMkLst>
          <pc:docMk/>
          <pc:sldMk cId="2135640296" sldId="300"/>
        </pc:sldMkLst>
        <pc:spChg chg="add del mod">
          <ac:chgData name="SANTIAGO TALERO PARRA" userId="26a59e6f-ba71-4578-9490-b57439b3e7f0" providerId="ADAL" clId="{B0983495-CE13-4A5E-BFD4-B5C0BAF58B26}" dt="2025-04-29T11:25:00.230" v="249" actId="478"/>
          <ac:spMkLst>
            <pc:docMk/>
            <pc:sldMk cId="2135640296" sldId="300"/>
            <ac:spMk id="3" creationId="{F8884854-1B3B-597D-10C9-B1299ECA55AD}"/>
          </ac:spMkLst>
        </pc:spChg>
        <pc:spChg chg="del">
          <ac:chgData name="SANTIAGO TALERO PARRA" userId="26a59e6f-ba71-4578-9490-b57439b3e7f0" providerId="ADAL" clId="{B0983495-CE13-4A5E-BFD4-B5C0BAF58B26}" dt="2025-04-29T11:24:56.099" v="247" actId="478"/>
          <ac:spMkLst>
            <pc:docMk/>
            <pc:sldMk cId="2135640296" sldId="300"/>
            <ac:spMk id="6" creationId="{6DABC3D3-CC6E-5B6C-3354-E89827EF602A}"/>
          </ac:spMkLst>
        </pc:spChg>
        <pc:spChg chg="del">
          <ac:chgData name="SANTIAGO TALERO PARRA" userId="26a59e6f-ba71-4578-9490-b57439b3e7f0" providerId="ADAL" clId="{B0983495-CE13-4A5E-BFD4-B5C0BAF58B26}" dt="2025-04-29T11:24:58.305" v="248" actId="478"/>
          <ac:spMkLst>
            <pc:docMk/>
            <pc:sldMk cId="2135640296" sldId="300"/>
            <ac:spMk id="8" creationId="{ECC5BBF6-83A8-42BE-9808-CF1D5539ADBF}"/>
          </ac:spMkLst>
        </pc:spChg>
        <pc:picChg chg="add del">
          <ac:chgData name="SANTIAGO TALERO PARRA" userId="26a59e6f-ba71-4578-9490-b57439b3e7f0" providerId="ADAL" clId="{B0983495-CE13-4A5E-BFD4-B5C0BAF58B26}" dt="2025-04-29T12:12:38.980" v="1369" actId="478"/>
          <ac:picMkLst>
            <pc:docMk/>
            <pc:sldMk cId="2135640296" sldId="300"/>
            <ac:picMk id="5" creationId="{DD02A4E7-77B4-6490-B697-BAEED35F3E12}"/>
          </ac:picMkLst>
        </pc:picChg>
      </pc:sldChg>
      <pc:sldChg chg="addSp delSp modSp del mod">
        <pc:chgData name="SANTIAGO TALERO PARRA" userId="26a59e6f-ba71-4578-9490-b57439b3e7f0" providerId="ADAL" clId="{B0983495-CE13-4A5E-BFD4-B5C0BAF58B26}" dt="2025-04-29T12:04:20.255" v="1060" actId="2696"/>
        <pc:sldMkLst>
          <pc:docMk/>
          <pc:sldMk cId="1874529738" sldId="301"/>
        </pc:sldMkLst>
        <pc:spChg chg="add del mod">
          <ac:chgData name="SANTIAGO TALERO PARRA" userId="26a59e6f-ba71-4578-9490-b57439b3e7f0" providerId="ADAL" clId="{B0983495-CE13-4A5E-BFD4-B5C0BAF58B26}" dt="2025-04-29T11:25:10.535" v="253" actId="478"/>
          <ac:spMkLst>
            <pc:docMk/>
            <pc:sldMk cId="1874529738" sldId="301"/>
            <ac:spMk id="4" creationId="{7210F071-B5E4-5DA7-94A5-2C80633214D8}"/>
          </ac:spMkLst>
        </pc:spChg>
        <pc:spChg chg="del">
          <ac:chgData name="SANTIAGO TALERO PARRA" userId="26a59e6f-ba71-4578-9490-b57439b3e7f0" providerId="ADAL" clId="{B0983495-CE13-4A5E-BFD4-B5C0BAF58B26}" dt="2025-04-29T11:25:05.078" v="251" actId="478"/>
          <ac:spMkLst>
            <pc:docMk/>
            <pc:sldMk cId="1874529738" sldId="301"/>
            <ac:spMk id="6" creationId="{4660EFA6-1A50-9A48-6F9F-395DD0201594}"/>
          </ac:spMkLst>
        </pc:spChg>
        <pc:spChg chg="del">
          <ac:chgData name="SANTIAGO TALERO PARRA" userId="26a59e6f-ba71-4578-9490-b57439b3e7f0" providerId="ADAL" clId="{B0983495-CE13-4A5E-BFD4-B5C0BAF58B26}" dt="2025-04-29T11:25:07.815" v="252" actId="478"/>
          <ac:spMkLst>
            <pc:docMk/>
            <pc:sldMk cId="1874529738" sldId="301"/>
            <ac:spMk id="8" creationId="{0EBDE862-C832-84CD-35F0-439496CFDA79}"/>
          </ac:spMkLst>
        </pc:spChg>
        <pc:picChg chg="del">
          <ac:chgData name="SANTIAGO TALERO PARRA" userId="26a59e6f-ba71-4578-9490-b57439b3e7f0" providerId="ADAL" clId="{B0983495-CE13-4A5E-BFD4-B5C0BAF58B26}" dt="2025-04-29T11:25:02.915" v="250" actId="478"/>
          <ac:picMkLst>
            <pc:docMk/>
            <pc:sldMk cId="1874529738" sldId="301"/>
            <ac:picMk id="2" creationId="{8F0B630B-15F7-7779-A87E-555BF95192EC}"/>
          </ac:picMkLst>
        </pc:picChg>
      </pc:sldChg>
      <pc:sldChg chg="modSp add mod ord">
        <pc:chgData name="SANTIAGO TALERO PARRA" userId="26a59e6f-ba71-4578-9490-b57439b3e7f0" providerId="ADAL" clId="{B0983495-CE13-4A5E-BFD4-B5C0BAF58B26}" dt="2025-04-29T11:47:11.115" v="346" actId="20577"/>
        <pc:sldMkLst>
          <pc:docMk/>
          <pc:sldMk cId="883524441" sldId="302"/>
        </pc:sldMkLst>
        <pc:spChg chg="mod">
          <ac:chgData name="SANTIAGO TALERO PARRA" userId="26a59e6f-ba71-4578-9490-b57439b3e7f0" providerId="ADAL" clId="{B0983495-CE13-4A5E-BFD4-B5C0BAF58B26}" dt="2025-04-29T11:45:25.948" v="279" actId="20577"/>
          <ac:spMkLst>
            <pc:docMk/>
            <pc:sldMk cId="883524441" sldId="302"/>
            <ac:spMk id="2" creationId="{BCE4D8B4-E740-16BC-C944-F4BF358DAB84}"/>
          </ac:spMkLst>
        </pc:spChg>
        <pc:spChg chg="mod">
          <ac:chgData name="SANTIAGO TALERO PARRA" userId="26a59e6f-ba71-4578-9490-b57439b3e7f0" providerId="ADAL" clId="{B0983495-CE13-4A5E-BFD4-B5C0BAF58B26}" dt="2025-04-29T11:47:11.115" v="346" actId="20577"/>
          <ac:spMkLst>
            <pc:docMk/>
            <pc:sldMk cId="883524441" sldId="302"/>
            <ac:spMk id="3" creationId="{2C5A14C9-00EE-D3C5-1607-3D8C28981848}"/>
          </ac:spMkLst>
        </pc:spChg>
      </pc:sldChg>
      <pc:sldChg chg="addSp delSp modSp add mod ord">
        <pc:chgData name="SANTIAGO TALERO PARRA" userId="26a59e6f-ba71-4578-9490-b57439b3e7f0" providerId="ADAL" clId="{B0983495-CE13-4A5E-BFD4-B5C0BAF58B26}" dt="2025-04-29T11:55:17.411" v="845" actId="20577"/>
        <pc:sldMkLst>
          <pc:docMk/>
          <pc:sldMk cId="2927630476" sldId="303"/>
        </pc:sldMkLst>
        <pc:spChg chg="mod">
          <ac:chgData name="SANTIAGO TALERO PARRA" userId="26a59e6f-ba71-4578-9490-b57439b3e7f0" providerId="ADAL" clId="{B0983495-CE13-4A5E-BFD4-B5C0BAF58B26}" dt="2025-04-29T11:47:42.330" v="350" actId="20577"/>
          <ac:spMkLst>
            <pc:docMk/>
            <pc:sldMk cId="2927630476" sldId="303"/>
            <ac:spMk id="2" creationId="{3E33B605-4E6A-1DCE-CC5F-A7E45FFB09E1}"/>
          </ac:spMkLst>
        </pc:spChg>
        <pc:spChg chg="add">
          <ac:chgData name="SANTIAGO TALERO PARRA" userId="26a59e6f-ba71-4578-9490-b57439b3e7f0" providerId="ADAL" clId="{B0983495-CE13-4A5E-BFD4-B5C0BAF58B26}" dt="2025-04-29T11:48:09.765" v="356"/>
          <ac:spMkLst>
            <pc:docMk/>
            <pc:sldMk cId="2927630476" sldId="303"/>
            <ac:spMk id="4" creationId="{2D9D1378-2C03-0671-5123-7D8618EF3177}"/>
          </ac:spMkLst>
        </pc:spChg>
        <pc:spChg chg="del mod">
          <ac:chgData name="SANTIAGO TALERO PARRA" userId="26a59e6f-ba71-4578-9490-b57439b3e7f0" providerId="ADAL" clId="{B0983495-CE13-4A5E-BFD4-B5C0BAF58B26}" dt="2025-04-29T11:48:21.500" v="362"/>
          <ac:spMkLst>
            <pc:docMk/>
            <pc:sldMk cId="2927630476" sldId="303"/>
            <ac:spMk id="5" creationId="{4DD7144D-7D1E-76E5-FEE4-0D9603D24A11}"/>
          </ac:spMkLst>
        </pc:spChg>
        <pc:spChg chg="add mod">
          <ac:chgData name="SANTIAGO TALERO PARRA" userId="26a59e6f-ba71-4578-9490-b57439b3e7f0" providerId="ADAL" clId="{B0983495-CE13-4A5E-BFD4-B5C0BAF58B26}" dt="2025-04-29T11:55:17.411" v="845" actId="20577"/>
          <ac:spMkLst>
            <pc:docMk/>
            <pc:sldMk cId="2927630476" sldId="303"/>
            <ac:spMk id="6" creationId="{D1390A46-783C-A25E-26D5-8D568A2D3B3D}"/>
          </ac:spMkLst>
        </pc:spChg>
      </pc:sldChg>
      <pc:sldChg chg="add del">
        <pc:chgData name="SANTIAGO TALERO PARRA" userId="26a59e6f-ba71-4578-9490-b57439b3e7f0" providerId="ADAL" clId="{B0983495-CE13-4A5E-BFD4-B5C0BAF58B26}" dt="2025-04-29T11:51:20.303" v="374" actId="2696"/>
        <pc:sldMkLst>
          <pc:docMk/>
          <pc:sldMk cId="1788187943" sldId="304"/>
        </pc:sldMkLst>
      </pc:sldChg>
      <pc:sldChg chg="modSp add mod ord">
        <pc:chgData name="SANTIAGO TALERO PARRA" userId="26a59e6f-ba71-4578-9490-b57439b3e7f0" providerId="ADAL" clId="{B0983495-CE13-4A5E-BFD4-B5C0BAF58B26}" dt="2025-04-29T11:55:34.025" v="854" actId="2711"/>
        <pc:sldMkLst>
          <pc:docMk/>
          <pc:sldMk cId="3908078901" sldId="305"/>
        </pc:sldMkLst>
        <pc:spChg chg="mod">
          <ac:chgData name="SANTIAGO TALERO PARRA" userId="26a59e6f-ba71-4578-9490-b57439b3e7f0" providerId="ADAL" clId="{B0983495-CE13-4A5E-BFD4-B5C0BAF58B26}" dt="2025-04-29T11:55:34.025" v="854" actId="2711"/>
          <ac:spMkLst>
            <pc:docMk/>
            <pc:sldMk cId="3908078901" sldId="305"/>
            <ac:spMk id="2" creationId="{09A86C36-DB7B-1A96-AD4F-E04B675F75D4}"/>
          </ac:spMkLst>
        </pc:spChg>
        <pc:spChg chg="mod">
          <ac:chgData name="SANTIAGO TALERO PARRA" userId="26a59e6f-ba71-4578-9490-b57439b3e7f0" providerId="ADAL" clId="{B0983495-CE13-4A5E-BFD4-B5C0BAF58B26}" dt="2025-04-29T11:54:33.411" v="842" actId="2711"/>
          <ac:spMkLst>
            <pc:docMk/>
            <pc:sldMk cId="3908078901" sldId="305"/>
            <ac:spMk id="4" creationId="{52080C52-4DEA-257B-06C6-BC6EFF31FE64}"/>
          </ac:spMkLst>
        </pc:spChg>
      </pc:sldChg>
      <pc:sldChg chg="addSp delSp modSp add mod ord">
        <pc:chgData name="SANTIAGO TALERO PARRA" userId="26a59e6f-ba71-4578-9490-b57439b3e7f0" providerId="ADAL" clId="{B0983495-CE13-4A5E-BFD4-B5C0BAF58B26}" dt="2025-04-29T12:02:54.886" v="1059" actId="20577"/>
        <pc:sldMkLst>
          <pc:docMk/>
          <pc:sldMk cId="210367066" sldId="306"/>
        </pc:sldMkLst>
        <pc:spChg chg="mod">
          <ac:chgData name="SANTIAGO TALERO PARRA" userId="26a59e6f-ba71-4578-9490-b57439b3e7f0" providerId="ADAL" clId="{B0983495-CE13-4A5E-BFD4-B5C0BAF58B26}" dt="2025-04-29T12:02:54.886" v="1059" actId="20577"/>
          <ac:spMkLst>
            <pc:docMk/>
            <pc:sldMk cId="210367066" sldId="306"/>
            <ac:spMk id="4" creationId="{19C6BF41-CDDC-35FC-9328-443DA5451C24}"/>
          </ac:spMkLst>
        </pc:spChg>
        <pc:picChg chg="del">
          <ac:chgData name="SANTIAGO TALERO PARRA" userId="26a59e6f-ba71-4578-9490-b57439b3e7f0" providerId="ADAL" clId="{B0983495-CE13-4A5E-BFD4-B5C0BAF58B26}" dt="2025-04-29T11:59:22.851" v="860" actId="478"/>
          <ac:picMkLst>
            <pc:docMk/>
            <pc:sldMk cId="210367066" sldId="306"/>
            <ac:picMk id="3" creationId="{A642BAF7-BAE3-5927-2FF3-126824C4B6F3}"/>
          </ac:picMkLst>
        </pc:picChg>
        <pc:picChg chg="add mod">
          <ac:chgData name="SANTIAGO TALERO PARRA" userId="26a59e6f-ba71-4578-9490-b57439b3e7f0" providerId="ADAL" clId="{B0983495-CE13-4A5E-BFD4-B5C0BAF58B26}" dt="2025-04-29T11:59:30.995" v="863" actId="1076"/>
          <ac:picMkLst>
            <pc:docMk/>
            <pc:sldMk cId="210367066" sldId="306"/>
            <ac:picMk id="7" creationId="{C7C1D37E-DC36-372B-81CB-25DA165FD432}"/>
          </ac:picMkLst>
        </pc:picChg>
      </pc:sldChg>
      <pc:sldChg chg="modSp add mod ord">
        <pc:chgData name="SANTIAGO TALERO PARRA" userId="26a59e6f-ba71-4578-9490-b57439b3e7f0" providerId="ADAL" clId="{B0983495-CE13-4A5E-BFD4-B5C0BAF58B26}" dt="2025-04-29T12:12:28.279" v="1368" actId="5793"/>
        <pc:sldMkLst>
          <pc:docMk/>
          <pc:sldMk cId="596876332" sldId="307"/>
        </pc:sldMkLst>
        <pc:spChg chg="mod">
          <ac:chgData name="SANTIAGO TALERO PARRA" userId="26a59e6f-ba71-4578-9490-b57439b3e7f0" providerId="ADAL" clId="{B0983495-CE13-4A5E-BFD4-B5C0BAF58B26}" dt="2025-04-29T12:12:28.279" v="1368" actId="5793"/>
          <ac:spMkLst>
            <pc:docMk/>
            <pc:sldMk cId="596876332" sldId="307"/>
            <ac:spMk id="4" creationId="{7CAFDF15-3FFE-94F7-616C-9E3CCCDF5224}"/>
          </ac:spMkLst>
        </pc:spChg>
      </pc:sldChg>
    </pc:docChg>
  </pc:docChgLst>
  <pc:docChgLst>
    <pc:chgData name="JUAN SEBASTIAN MANRIQUE MORENO" userId="153ea414-08d7-4bec-9784-d785c32d1359" providerId="ADAL" clId="{25288592-21A6-47A8-9175-DC3362E89559}"/>
    <pc:docChg chg="custSel addSld delSld modSld">
      <pc:chgData name="JUAN SEBASTIAN MANRIQUE MORENO" userId="153ea414-08d7-4bec-9784-d785c32d1359" providerId="ADAL" clId="{25288592-21A6-47A8-9175-DC3362E89559}" dt="2025-04-24T17:42:43.597" v="547" actId="47"/>
      <pc:docMkLst>
        <pc:docMk/>
      </pc:docMkLst>
      <pc:sldChg chg="addSp modSp mod">
        <pc:chgData name="JUAN SEBASTIAN MANRIQUE MORENO" userId="153ea414-08d7-4bec-9784-d785c32d1359" providerId="ADAL" clId="{25288592-21A6-47A8-9175-DC3362E89559}" dt="2025-04-24T17:18:28.045" v="526" actId="20577"/>
        <pc:sldMkLst>
          <pc:docMk/>
          <pc:sldMk cId="2623303382" sldId="257"/>
        </pc:sldMkLst>
        <pc:spChg chg="mod">
          <ac:chgData name="JUAN SEBASTIAN MANRIQUE MORENO" userId="153ea414-08d7-4bec-9784-d785c32d1359" providerId="ADAL" clId="{25288592-21A6-47A8-9175-DC3362E89559}" dt="2025-04-24T17:11:36.887" v="15" actId="20577"/>
          <ac:spMkLst>
            <pc:docMk/>
            <pc:sldMk cId="2623303382" sldId="257"/>
            <ac:spMk id="2" creationId="{39AD591B-46C2-E2EA-DDFA-FCE2185461DD}"/>
          </ac:spMkLst>
        </pc:spChg>
        <pc:spChg chg="mod">
          <ac:chgData name="JUAN SEBASTIAN MANRIQUE MORENO" userId="153ea414-08d7-4bec-9784-d785c32d1359" providerId="ADAL" clId="{25288592-21A6-47A8-9175-DC3362E89559}" dt="2025-04-24T17:18:28.045" v="526" actId="20577"/>
          <ac:spMkLst>
            <pc:docMk/>
            <pc:sldMk cId="2623303382" sldId="257"/>
            <ac:spMk id="5" creationId="{3B312BC6-8986-415E-F9B0-2E2645D1794F}"/>
          </ac:spMkLst>
        </pc:spChg>
        <pc:picChg chg="add mod">
          <ac:chgData name="JUAN SEBASTIAN MANRIQUE MORENO" userId="153ea414-08d7-4bec-9784-d785c32d1359" providerId="ADAL" clId="{25288592-21A6-47A8-9175-DC3362E89559}" dt="2025-04-24T17:18:06.561" v="415" actId="1076"/>
          <ac:picMkLst>
            <pc:docMk/>
            <pc:sldMk cId="2623303382" sldId="257"/>
            <ac:picMk id="4" creationId="{D6CAFC2F-FBD0-36FA-DD47-219A06EFB217}"/>
          </ac:picMkLst>
        </pc:picChg>
        <pc:picChg chg="add mod">
          <ac:chgData name="JUAN SEBASTIAN MANRIQUE MORENO" userId="153ea414-08d7-4bec-9784-d785c32d1359" providerId="ADAL" clId="{25288592-21A6-47A8-9175-DC3362E89559}" dt="2025-04-24T17:17:53.348" v="403" actId="1076"/>
          <ac:picMkLst>
            <pc:docMk/>
            <pc:sldMk cId="2623303382" sldId="257"/>
            <ac:picMk id="7" creationId="{D3E95A06-EB62-7258-B6EA-9E0D670F5A31}"/>
          </ac:picMkLst>
        </pc:picChg>
      </pc:sldChg>
      <pc:sldChg chg="addSp delSp modSp del mod">
        <pc:chgData name="JUAN SEBASTIAN MANRIQUE MORENO" userId="153ea414-08d7-4bec-9784-d785c32d1359" providerId="ADAL" clId="{25288592-21A6-47A8-9175-DC3362E89559}" dt="2025-04-24T17:42:43.597" v="547" actId="47"/>
        <pc:sldMkLst>
          <pc:docMk/>
          <pc:sldMk cId="3878594433" sldId="292"/>
        </pc:sldMkLst>
      </pc:sldChg>
      <pc:sldChg chg="addSp delSp modSp mod">
        <pc:chgData name="JUAN SEBASTIAN MANRIQUE MORENO" userId="153ea414-08d7-4bec-9784-d785c32d1359" providerId="ADAL" clId="{25288592-21A6-47A8-9175-DC3362E89559}" dt="2025-04-24T17:28:41.899" v="541" actId="478"/>
        <pc:sldMkLst>
          <pc:docMk/>
          <pc:sldMk cId="3141022851" sldId="295"/>
        </pc:sldMkLst>
        <pc:picChg chg="mod">
          <ac:chgData name="JUAN SEBASTIAN MANRIQUE MORENO" userId="153ea414-08d7-4bec-9784-d785c32d1359" providerId="ADAL" clId="{25288592-21A6-47A8-9175-DC3362E89559}" dt="2025-04-24T17:28:40.067" v="540" actId="1076"/>
          <ac:picMkLst>
            <pc:docMk/>
            <pc:sldMk cId="3141022851" sldId="295"/>
            <ac:picMk id="2" creationId="{E6AC0DCD-C6FD-D758-A265-2F04BD01A441}"/>
          </ac:picMkLst>
        </pc:picChg>
      </pc:sldChg>
      <pc:sldChg chg="addSp delSp modSp mod">
        <pc:chgData name="JUAN SEBASTIAN MANRIQUE MORENO" userId="153ea414-08d7-4bec-9784-d785c32d1359" providerId="ADAL" clId="{25288592-21A6-47A8-9175-DC3362E89559}" dt="2025-04-24T17:33:38.452" v="544" actId="1076"/>
        <pc:sldMkLst>
          <pc:docMk/>
          <pc:sldMk cId="1143416336" sldId="298"/>
        </pc:sldMkLst>
        <pc:picChg chg="mod">
          <ac:chgData name="JUAN SEBASTIAN MANRIQUE MORENO" userId="153ea414-08d7-4bec-9784-d785c32d1359" providerId="ADAL" clId="{25288592-21A6-47A8-9175-DC3362E89559}" dt="2025-04-24T17:33:38.452" v="544" actId="1076"/>
          <ac:picMkLst>
            <pc:docMk/>
            <pc:sldMk cId="1143416336" sldId="298"/>
            <ac:picMk id="3" creationId="{B9B060BD-901B-631A-3DA1-B13CBAF13BB9}"/>
          </ac:picMkLst>
        </pc:picChg>
      </pc:sldChg>
      <pc:sldChg chg="add">
        <pc:chgData name="JUAN SEBASTIAN MANRIQUE MORENO" userId="153ea414-08d7-4bec-9784-d785c32d1359" providerId="ADAL" clId="{25288592-21A6-47A8-9175-DC3362E89559}" dt="2025-04-24T17:11:30.835" v="0" actId="2890"/>
        <pc:sldMkLst>
          <pc:docMk/>
          <pc:sldMk cId="1488271310" sldId="299"/>
        </pc:sldMkLst>
      </pc:sldChg>
    </pc:docChg>
  </pc:docChgLst>
  <pc:docChgLst>
    <pc:chgData name="ISSABELA DEL PILAR ORTIZ" userId="S::idel_pinaro@udistrital.edu.co::380b4838-460c-4ab8-9b95-b7e4b0c3b02e" providerId="AD" clId="Web-{6B5D0229-398C-7C6A-AE55-F1DBD5EF419C}"/>
    <pc:docChg chg="addSld delSld modSld sldOrd">
      <pc:chgData name="ISSABELA DEL PILAR ORTIZ" userId="S::idel_pinaro@udistrital.edu.co::380b4838-460c-4ab8-9b95-b7e4b0c3b02e" providerId="AD" clId="Web-{6B5D0229-398C-7C6A-AE55-F1DBD5EF419C}" dt="2025-04-24T15:06:41.235" v="428" actId="1076"/>
      <pc:docMkLst>
        <pc:docMk/>
      </pc:docMkLst>
      <pc:sldChg chg="modSp">
        <pc:chgData name="ISSABELA DEL PILAR ORTIZ" userId="S::idel_pinaro@udistrital.edu.co::380b4838-460c-4ab8-9b95-b7e4b0c3b02e" providerId="AD" clId="Web-{6B5D0229-398C-7C6A-AE55-F1DBD5EF419C}" dt="2025-04-24T13:50:58.906" v="13" actId="1076"/>
        <pc:sldMkLst>
          <pc:docMk/>
          <pc:sldMk cId="3247144218" sldId="256"/>
        </pc:sldMkLst>
        <pc:spChg chg="mod">
          <ac:chgData name="ISSABELA DEL PILAR ORTIZ" userId="S::idel_pinaro@udistrital.edu.co::380b4838-460c-4ab8-9b95-b7e4b0c3b02e" providerId="AD" clId="Web-{6B5D0229-398C-7C6A-AE55-F1DBD5EF419C}" dt="2025-04-24T13:50:56.219" v="12" actId="1076"/>
          <ac:spMkLst>
            <pc:docMk/>
            <pc:sldMk cId="3247144218" sldId="256"/>
            <ac:spMk id="3" creationId="{5991B5EE-434E-7923-3143-6C291DB4208C}"/>
          </ac:spMkLst>
        </pc:spChg>
        <pc:spChg chg="mod">
          <ac:chgData name="ISSABELA DEL PILAR ORTIZ" userId="S::idel_pinaro@udistrital.edu.co::380b4838-460c-4ab8-9b95-b7e4b0c3b02e" providerId="AD" clId="Web-{6B5D0229-398C-7C6A-AE55-F1DBD5EF419C}" dt="2025-04-24T13:50:58.906" v="13" actId="1076"/>
          <ac:spMkLst>
            <pc:docMk/>
            <pc:sldMk cId="3247144218" sldId="256"/>
            <ac:spMk id="5" creationId="{F361D62A-3961-5893-1501-57514F3115A4}"/>
          </ac:spMkLst>
        </pc:spChg>
      </pc:sldChg>
      <pc:sldChg chg="ord">
        <pc:chgData name="ISSABELA DEL PILAR ORTIZ" userId="S::idel_pinaro@udistrital.edu.co::380b4838-460c-4ab8-9b95-b7e4b0c3b02e" providerId="AD" clId="Web-{6B5D0229-398C-7C6A-AE55-F1DBD5EF419C}" dt="2025-04-24T14:49:40.211" v="287"/>
        <pc:sldMkLst>
          <pc:docMk/>
          <pc:sldMk cId="3666519373" sldId="276"/>
        </pc:sldMkLst>
      </pc:sldChg>
      <pc:sldChg chg="ord">
        <pc:chgData name="ISSABELA DEL PILAR ORTIZ" userId="S::idel_pinaro@udistrital.edu.co::380b4838-460c-4ab8-9b95-b7e4b0c3b02e" providerId="AD" clId="Web-{6B5D0229-398C-7C6A-AE55-F1DBD5EF419C}" dt="2025-04-24T14:49:36.524" v="286"/>
        <pc:sldMkLst>
          <pc:docMk/>
          <pc:sldMk cId="3878594433" sldId="292"/>
        </pc:sldMkLst>
      </pc:sldChg>
      <pc:sldChg chg="addSp modSp new">
        <pc:chgData name="ISSABELA DEL PILAR ORTIZ" userId="S::idel_pinaro@udistrital.edu.co::380b4838-460c-4ab8-9b95-b7e4b0c3b02e" providerId="AD" clId="Web-{6B5D0229-398C-7C6A-AE55-F1DBD5EF419C}" dt="2025-04-24T14:34:03.269" v="168" actId="20577"/>
        <pc:sldMkLst>
          <pc:docMk/>
          <pc:sldMk cId="3760903376" sldId="293"/>
        </pc:sldMkLst>
        <pc:spChg chg="mod">
          <ac:chgData name="ISSABELA DEL PILAR ORTIZ" userId="S::idel_pinaro@udistrital.edu.co::380b4838-460c-4ab8-9b95-b7e4b0c3b02e" providerId="AD" clId="Web-{6B5D0229-398C-7C6A-AE55-F1DBD5EF419C}" dt="2025-04-24T14:14:24.287" v="46" actId="1076"/>
          <ac:spMkLst>
            <pc:docMk/>
            <pc:sldMk cId="3760903376" sldId="293"/>
            <ac:spMk id="2" creationId="{36741BDC-D62E-0BC9-7CC9-B57905C6F750}"/>
          </ac:spMkLst>
        </pc:spChg>
        <pc:spChg chg="mod">
          <ac:chgData name="ISSABELA DEL PILAR ORTIZ" userId="S::idel_pinaro@udistrital.edu.co::380b4838-460c-4ab8-9b95-b7e4b0c3b02e" providerId="AD" clId="Web-{6B5D0229-398C-7C6A-AE55-F1DBD5EF419C}" dt="2025-04-24T14:34:03.269" v="168" actId="20577"/>
          <ac:spMkLst>
            <pc:docMk/>
            <pc:sldMk cId="3760903376" sldId="293"/>
            <ac:spMk id="3" creationId="{E169D123-E496-9724-6045-3A30BF5E8A0A}"/>
          </ac:spMkLst>
        </pc:spChg>
        <pc:spChg chg="add mod">
          <ac:chgData name="ISSABELA DEL PILAR ORTIZ" userId="S::idel_pinaro@udistrital.edu.co::380b4838-460c-4ab8-9b95-b7e4b0c3b02e" providerId="AD" clId="Web-{6B5D0229-398C-7C6A-AE55-F1DBD5EF419C}" dt="2025-04-24T14:20:48.677" v="104" actId="1076"/>
          <ac:spMkLst>
            <pc:docMk/>
            <pc:sldMk cId="3760903376" sldId="293"/>
            <ac:spMk id="5" creationId="{3D288BFB-9F2F-13B9-A7CF-C8F7C9F25987}"/>
          </ac:spMkLst>
        </pc:spChg>
        <pc:spChg chg="add mod">
          <ac:chgData name="ISSABELA DEL PILAR ORTIZ" userId="S::idel_pinaro@udistrital.edu.co::380b4838-460c-4ab8-9b95-b7e4b0c3b02e" providerId="AD" clId="Web-{6B5D0229-398C-7C6A-AE55-F1DBD5EF419C}" dt="2025-04-24T14:20:51.849" v="105" actId="1076"/>
          <ac:spMkLst>
            <pc:docMk/>
            <pc:sldMk cId="3760903376" sldId="293"/>
            <ac:spMk id="7" creationId="{BC6123E6-6B52-4C98-72C1-FACA9853595D}"/>
          </ac:spMkLst>
        </pc:spChg>
        <pc:picChg chg="add mod">
          <ac:chgData name="ISSABELA DEL PILAR ORTIZ" userId="S::idel_pinaro@udistrital.edu.co::380b4838-460c-4ab8-9b95-b7e4b0c3b02e" providerId="AD" clId="Web-{6B5D0229-398C-7C6A-AE55-F1DBD5EF419C}" dt="2025-04-24T14:17:18.669" v="52" actId="1076"/>
          <ac:picMkLst>
            <pc:docMk/>
            <pc:sldMk cId="3760903376" sldId="293"/>
            <ac:picMk id="6" creationId="{21BF1F26-5A44-1AFD-B17D-A982DAEE2463}"/>
          </ac:picMkLst>
        </pc:picChg>
        <pc:picChg chg="add mod">
          <ac:chgData name="ISSABELA DEL PILAR ORTIZ" userId="S::idel_pinaro@udistrital.edu.co::380b4838-460c-4ab8-9b95-b7e4b0c3b02e" providerId="AD" clId="Web-{6B5D0229-398C-7C6A-AE55-F1DBD5EF419C}" dt="2025-04-24T14:28:15.569" v="118" actId="1076"/>
          <ac:picMkLst>
            <pc:docMk/>
            <pc:sldMk cId="3760903376" sldId="293"/>
            <ac:picMk id="8" creationId="{DC0E792E-BE80-CB02-C37C-489BAA9D839D}"/>
          </ac:picMkLst>
        </pc:picChg>
        <pc:picChg chg="add mod">
          <ac:chgData name="ISSABELA DEL PILAR ORTIZ" userId="S::idel_pinaro@udistrital.edu.co::380b4838-460c-4ab8-9b95-b7e4b0c3b02e" providerId="AD" clId="Web-{6B5D0229-398C-7C6A-AE55-F1DBD5EF419C}" dt="2025-04-24T14:28:27.382" v="120" actId="1076"/>
          <ac:picMkLst>
            <pc:docMk/>
            <pc:sldMk cId="3760903376" sldId="293"/>
            <ac:picMk id="9" creationId="{4E61FC0C-FAFC-09F2-7657-FDB146D18483}"/>
          </ac:picMkLst>
        </pc:picChg>
        <pc:picChg chg="add mod">
          <ac:chgData name="ISSABELA DEL PILAR ORTIZ" userId="S::idel_pinaro@udistrital.edu.co::380b4838-460c-4ab8-9b95-b7e4b0c3b02e" providerId="AD" clId="Web-{6B5D0229-398C-7C6A-AE55-F1DBD5EF419C}" dt="2025-04-24T14:28:39.851" v="122" actId="1076"/>
          <ac:picMkLst>
            <pc:docMk/>
            <pc:sldMk cId="3760903376" sldId="293"/>
            <ac:picMk id="10" creationId="{778B7F7D-0E51-F635-0646-D93BDDD2A0A0}"/>
          </ac:picMkLst>
        </pc:picChg>
      </pc:sldChg>
      <pc:sldChg chg="addSp delSp modSp new">
        <pc:chgData name="ISSABELA DEL PILAR ORTIZ" userId="S::idel_pinaro@udistrital.edu.co::380b4838-460c-4ab8-9b95-b7e4b0c3b02e" providerId="AD" clId="Web-{6B5D0229-398C-7C6A-AE55-F1DBD5EF419C}" dt="2025-04-24T14:35:24.163" v="201" actId="1076"/>
        <pc:sldMkLst>
          <pc:docMk/>
          <pc:sldMk cId="701574721" sldId="294"/>
        </pc:sldMkLst>
        <pc:spChg chg="add mod">
          <ac:chgData name="ISSABELA DEL PILAR ORTIZ" userId="S::idel_pinaro@udistrital.edu.co::380b4838-460c-4ab8-9b95-b7e4b0c3b02e" providerId="AD" clId="Web-{6B5D0229-398C-7C6A-AE55-F1DBD5EF419C}" dt="2025-04-24T14:32:14.687" v="136"/>
          <ac:spMkLst>
            <pc:docMk/>
            <pc:sldMk cId="701574721" sldId="294"/>
            <ac:spMk id="6" creationId="{5B34DCBD-EE7F-E372-CD8A-1BDEB4FA3FB1}"/>
          </ac:spMkLst>
        </pc:spChg>
        <pc:spChg chg="add mod">
          <ac:chgData name="ISSABELA DEL PILAR ORTIZ" userId="S::idel_pinaro@udistrital.edu.co::380b4838-460c-4ab8-9b95-b7e4b0c3b02e" providerId="AD" clId="Web-{6B5D0229-398C-7C6A-AE55-F1DBD5EF419C}" dt="2025-04-24T14:35:24.163" v="201" actId="1076"/>
          <ac:spMkLst>
            <pc:docMk/>
            <pc:sldMk cId="701574721" sldId="294"/>
            <ac:spMk id="8" creationId="{DF4DEE79-28FD-FFCE-0579-96E5D327BAA9}"/>
          </ac:spMkLst>
        </pc:spChg>
        <pc:picChg chg="add mod">
          <ac:chgData name="ISSABELA DEL PILAR ORTIZ" userId="S::idel_pinaro@udistrital.edu.co::380b4838-460c-4ab8-9b95-b7e4b0c3b02e" providerId="AD" clId="Web-{6B5D0229-398C-7C6A-AE55-F1DBD5EF419C}" dt="2025-04-24T14:32:07.140" v="135" actId="1076"/>
          <ac:picMkLst>
            <pc:docMk/>
            <pc:sldMk cId="701574721" sldId="294"/>
            <ac:picMk id="4" creationId="{20169BF1-3306-E99B-0D17-3F7B4F4C4903}"/>
          </ac:picMkLst>
        </pc:picChg>
      </pc:sldChg>
      <pc:sldChg chg="add del replId">
        <pc:chgData name="ISSABELA DEL PILAR ORTIZ" userId="S::idel_pinaro@udistrital.edu.co::380b4838-460c-4ab8-9b95-b7e4b0c3b02e" providerId="AD" clId="Web-{6B5D0229-398C-7C6A-AE55-F1DBD5EF419C}" dt="2025-04-24T14:35:26.460" v="202"/>
        <pc:sldMkLst>
          <pc:docMk/>
          <pc:sldMk cId="3016407867" sldId="295"/>
        </pc:sldMkLst>
      </pc:sldChg>
      <pc:sldChg chg="addSp delSp modSp add replId">
        <pc:chgData name="ISSABELA DEL PILAR ORTIZ" userId="S::idel_pinaro@udistrital.edu.co::380b4838-460c-4ab8-9b95-b7e4b0c3b02e" providerId="AD" clId="Web-{6B5D0229-398C-7C6A-AE55-F1DBD5EF419C}" dt="2025-04-24T14:48:10.364" v="278" actId="1076"/>
        <pc:sldMkLst>
          <pc:docMk/>
          <pc:sldMk cId="3141022851" sldId="295"/>
        </pc:sldMkLst>
        <pc:picChg chg="add mod">
          <ac:chgData name="ISSABELA DEL PILAR ORTIZ" userId="S::idel_pinaro@udistrital.edu.co::380b4838-460c-4ab8-9b95-b7e4b0c3b02e" providerId="AD" clId="Web-{6B5D0229-398C-7C6A-AE55-F1DBD5EF419C}" dt="2025-04-24T14:36:40.838" v="208" actId="1076"/>
          <ac:picMkLst>
            <pc:docMk/>
            <pc:sldMk cId="3141022851" sldId="295"/>
            <ac:picMk id="2" creationId="{E6AC0DCD-C6FD-D758-A265-2F04BD01A441}"/>
          </ac:picMkLst>
        </pc:picChg>
      </pc:sldChg>
      <pc:sldChg chg="addSp delSp modSp add ord replId">
        <pc:chgData name="ISSABELA DEL PILAR ORTIZ" userId="S::idel_pinaro@udistrital.edu.co::380b4838-460c-4ab8-9b95-b7e4b0c3b02e" providerId="AD" clId="Web-{6B5D0229-398C-7C6A-AE55-F1DBD5EF419C}" dt="2025-04-24T15:02:27.116" v="380" actId="20577"/>
        <pc:sldMkLst>
          <pc:docMk/>
          <pc:sldMk cId="847784632" sldId="296"/>
        </pc:sldMkLst>
        <pc:spChg chg="mod">
          <ac:chgData name="ISSABELA DEL PILAR ORTIZ" userId="S::idel_pinaro@udistrital.edu.co::380b4838-460c-4ab8-9b95-b7e4b0c3b02e" providerId="AD" clId="Web-{6B5D0229-398C-7C6A-AE55-F1DBD5EF419C}" dt="2025-04-24T14:51:14.449" v="292" actId="20577"/>
          <ac:spMkLst>
            <pc:docMk/>
            <pc:sldMk cId="847784632" sldId="296"/>
            <ac:spMk id="2" creationId="{B2EEEE15-D39E-03EB-EA54-99F58A64819E}"/>
          </ac:spMkLst>
        </pc:spChg>
        <pc:spChg chg="mod">
          <ac:chgData name="ISSABELA DEL PILAR ORTIZ" userId="S::idel_pinaro@udistrital.edu.co::380b4838-460c-4ab8-9b95-b7e4b0c3b02e" providerId="AD" clId="Web-{6B5D0229-398C-7C6A-AE55-F1DBD5EF419C}" dt="2025-04-24T15:02:27.116" v="380" actId="20577"/>
          <ac:spMkLst>
            <pc:docMk/>
            <pc:sldMk cId="847784632" sldId="296"/>
            <ac:spMk id="3" creationId="{923F6592-AA1A-7C4F-00AF-54A8AC62988C}"/>
          </ac:spMkLst>
        </pc:spChg>
        <pc:picChg chg="add mod">
          <ac:chgData name="ISSABELA DEL PILAR ORTIZ" userId="S::idel_pinaro@udistrital.edu.co::380b4838-460c-4ab8-9b95-b7e4b0c3b02e" providerId="AD" clId="Web-{6B5D0229-398C-7C6A-AE55-F1DBD5EF419C}" dt="2025-04-24T14:51:23.872" v="297" actId="1076"/>
          <ac:picMkLst>
            <pc:docMk/>
            <pc:sldMk cId="847784632" sldId="296"/>
            <ac:picMk id="4" creationId="{65B6170F-56D2-C7DF-6BF1-A733A314F11D}"/>
          </ac:picMkLst>
        </pc:picChg>
      </pc:sldChg>
      <pc:sldChg chg="add del replId">
        <pc:chgData name="ISSABELA DEL PILAR ORTIZ" userId="S::idel_pinaro@udistrital.edu.co::380b4838-460c-4ab8-9b95-b7e4b0c3b02e" providerId="AD" clId="Web-{6B5D0229-398C-7C6A-AE55-F1DBD5EF419C}" dt="2025-04-24T14:49:09.507" v="280"/>
        <pc:sldMkLst>
          <pc:docMk/>
          <pc:sldMk cId="2635947762" sldId="296"/>
        </pc:sldMkLst>
      </pc:sldChg>
      <pc:sldChg chg="addSp delSp modSp add ord replId">
        <pc:chgData name="ISSABELA DEL PILAR ORTIZ" userId="S::idel_pinaro@udistrital.edu.co::380b4838-460c-4ab8-9b95-b7e4b0c3b02e" providerId="AD" clId="Web-{6B5D0229-398C-7C6A-AE55-F1DBD5EF419C}" dt="2025-04-24T15:04:12.026" v="399" actId="14100"/>
        <pc:sldMkLst>
          <pc:docMk/>
          <pc:sldMk cId="98641644" sldId="297"/>
        </pc:sldMkLst>
        <pc:spChg chg="mod">
          <ac:chgData name="ISSABELA DEL PILAR ORTIZ" userId="S::idel_pinaro@udistrital.edu.co::380b4838-460c-4ab8-9b95-b7e4b0c3b02e" providerId="AD" clId="Web-{6B5D0229-398C-7C6A-AE55-F1DBD5EF419C}" dt="2025-04-24T15:04:12.026" v="399" actId="14100"/>
          <ac:spMkLst>
            <pc:docMk/>
            <pc:sldMk cId="98641644" sldId="297"/>
            <ac:spMk id="8" creationId="{2CBE1F10-2312-1806-E55B-E5A09A2CFCE2}"/>
          </ac:spMkLst>
        </pc:spChg>
        <pc:picChg chg="add mod">
          <ac:chgData name="ISSABELA DEL PILAR ORTIZ" userId="S::idel_pinaro@udistrital.edu.co::380b4838-460c-4ab8-9b95-b7e4b0c3b02e" providerId="AD" clId="Web-{6B5D0229-398C-7C6A-AE55-F1DBD5EF419C}" dt="2025-04-24T14:55:47.022" v="316" actId="1076"/>
          <ac:picMkLst>
            <pc:docMk/>
            <pc:sldMk cId="98641644" sldId="297"/>
            <ac:picMk id="2" creationId="{FE8C6D56-5593-932A-145F-526C764A2DB1}"/>
          </ac:picMkLst>
        </pc:picChg>
      </pc:sldChg>
      <pc:sldChg chg="addSp delSp modSp add ord replId">
        <pc:chgData name="ISSABELA DEL PILAR ORTIZ" userId="S::idel_pinaro@udistrital.edu.co::380b4838-460c-4ab8-9b95-b7e4b0c3b02e" providerId="AD" clId="Web-{6B5D0229-398C-7C6A-AE55-F1DBD5EF419C}" dt="2025-04-24T15:06:41.235" v="428" actId="1076"/>
        <pc:sldMkLst>
          <pc:docMk/>
          <pc:sldMk cId="1143416336" sldId="298"/>
        </pc:sldMkLst>
        <pc:picChg chg="add mod">
          <ac:chgData name="ISSABELA DEL PILAR ORTIZ" userId="S::idel_pinaro@udistrital.edu.co::380b4838-460c-4ab8-9b95-b7e4b0c3b02e" providerId="AD" clId="Web-{6B5D0229-398C-7C6A-AE55-F1DBD5EF419C}" dt="2025-04-24T15:04:58.872" v="402" actId="1076"/>
          <ac:picMkLst>
            <pc:docMk/>
            <pc:sldMk cId="1143416336" sldId="298"/>
            <ac:picMk id="3" creationId="{B9B060BD-901B-631A-3DA1-B13CBAF13BB9}"/>
          </ac:picMkLst>
        </pc:picChg>
      </pc:sldChg>
    </pc:docChg>
  </pc:docChgLst>
  <pc:docChgLst>
    <pc:chgData name="SANTIAGO TALERO PARRA" userId="S::stalerop@udistrital.edu.co::26a59e6f-ba71-4578-9490-b57439b3e7f0" providerId="AD" clId="Web-{8D369353-9A4C-9F53-FB91-96AF30D8B3F4}"/>
    <pc:docChg chg="addSld delSld modSld">
      <pc:chgData name="SANTIAGO TALERO PARRA" userId="S::stalerop@udistrital.edu.co::26a59e6f-ba71-4578-9490-b57439b3e7f0" providerId="AD" clId="Web-{8D369353-9A4C-9F53-FB91-96AF30D8B3F4}" dt="2025-04-24T09:06:30.717" v="532" actId="1076"/>
      <pc:docMkLst>
        <pc:docMk/>
      </pc:docMkLst>
      <pc:sldChg chg="modSp">
        <pc:chgData name="SANTIAGO TALERO PARRA" userId="S::stalerop@udistrital.edu.co::26a59e6f-ba71-4578-9490-b57439b3e7f0" providerId="AD" clId="Web-{8D369353-9A4C-9F53-FB91-96AF30D8B3F4}" dt="2025-04-24T09:06:30.717" v="532" actId="1076"/>
        <pc:sldMkLst>
          <pc:docMk/>
          <pc:sldMk cId="3247144218" sldId="256"/>
        </pc:sldMkLst>
        <pc:spChg chg="mod">
          <ac:chgData name="SANTIAGO TALERO PARRA" userId="S::stalerop@udistrital.edu.co::26a59e6f-ba71-4578-9490-b57439b3e7f0" providerId="AD" clId="Web-{8D369353-9A4C-9F53-FB91-96AF30D8B3F4}" dt="2025-04-24T09:06:30.717" v="532" actId="1076"/>
          <ac:spMkLst>
            <pc:docMk/>
            <pc:sldMk cId="3247144218" sldId="256"/>
            <ac:spMk id="3" creationId="{5991B5EE-434E-7923-3143-6C291DB4208C}"/>
          </ac:spMkLst>
        </pc:spChg>
        <pc:spChg chg="mod">
          <ac:chgData name="SANTIAGO TALERO PARRA" userId="S::stalerop@udistrital.edu.co::26a59e6f-ba71-4578-9490-b57439b3e7f0" providerId="AD" clId="Web-{8D369353-9A4C-9F53-FB91-96AF30D8B3F4}" dt="2025-04-24T09:06:26.326" v="531" actId="20577"/>
          <ac:spMkLst>
            <pc:docMk/>
            <pc:sldMk cId="3247144218" sldId="256"/>
            <ac:spMk id="5" creationId="{F361D62A-3961-5893-1501-57514F3115A4}"/>
          </ac:spMkLst>
        </pc:spChg>
      </pc:sldChg>
      <pc:sldChg chg="addSp delSp modSp">
        <pc:chgData name="SANTIAGO TALERO PARRA" userId="S::stalerop@udistrital.edu.co::26a59e6f-ba71-4578-9490-b57439b3e7f0" providerId="AD" clId="Web-{8D369353-9A4C-9F53-FB91-96AF30D8B3F4}" dt="2025-04-24T09:05:30.481" v="470" actId="20577"/>
        <pc:sldMkLst>
          <pc:docMk/>
          <pc:sldMk cId="2623303382" sldId="257"/>
        </pc:sldMkLst>
        <pc:spChg chg="mod">
          <ac:chgData name="SANTIAGO TALERO PARRA" userId="S::stalerop@udistrital.edu.co::26a59e6f-ba71-4578-9490-b57439b3e7f0" providerId="AD" clId="Web-{8D369353-9A4C-9F53-FB91-96AF30D8B3F4}" dt="2025-04-24T09:04:05.071" v="373" actId="20577"/>
          <ac:spMkLst>
            <pc:docMk/>
            <pc:sldMk cId="2623303382" sldId="257"/>
            <ac:spMk id="2" creationId="{39AD591B-46C2-E2EA-DDFA-FCE2185461DD}"/>
          </ac:spMkLst>
        </pc:spChg>
        <pc:spChg chg="add mod">
          <ac:chgData name="SANTIAGO TALERO PARRA" userId="S::stalerop@udistrital.edu.co::26a59e6f-ba71-4578-9490-b57439b3e7f0" providerId="AD" clId="Web-{8D369353-9A4C-9F53-FB91-96AF30D8B3F4}" dt="2025-04-24T09:05:30.481" v="470" actId="20577"/>
          <ac:spMkLst>
            <pc:docMk/>
            <pc:sldMk cId="2623303382" sldId="257"/>
            <ac:spMk id="5" creationId="{3B312BC6-8986-415E-F9B0-2E2645D1794F}"/>
          </ac:spMkLst>
        </pc:spChg>
      </pc:sldChg>
      <pc:sldChg chg="del">
        <pc:chgData name="SANTIAGO TALERO PARRA" userId="S::stalerop@udistrital.edu.co::26a59e6f-ba71-4578-9490-b57439b3e7f0" providerId="AD" clId="Web-{8D369353-9A4C-9F53-FB91-96AF30D8B3F4}" dt="2025-04-24T08:53:25.095" v="27"/>
        <pc:sldMkLst>
          <pc:docMk/>
          <pc:sldMk cId="2842134728" sldId="264"/>
        </pc:sldMkLst>
      </pc:sldChg>
      <pc:sldChg chg="del">
        <pc:chgData name="SANTIAGO TALERO PARRA" userId="S::stalerop@udistrital.edu.co::26a59e6f-ba71-4578-9490-b57439b3e7f0" providerId="AD" clId="Web-{8D369353-9A4C-9F53-FB91-96AF30D8B3F4}" dt="2025-04-24T08:53:25.767" v="28"/>
        <pc:sldMkLst>
          <pc:docMk/>
          <pc:sldMk cId="322479756" sldId="265"/>
        </pc:sldMkLst>
      </pc:sldChg>
      <pc:sldChg chg="del">
        <pc:chgData name="SANTIAGO TALERO PARRA" userId="S::stalerop@udistrital.edu.co::26a59e6f-ba71-4578-9490-b57439b3e7f0" providerId="AD" clId="Web-{8D369353-9A4C-9F53-FB91-96AF30D8B3F4}" dt="2025-04-24T08:53:23.892" v="26"/>
        <pc:sldMkLst>
          <pc:docMk/>
          <pc:sldMk cId="2684869388" sldId="268"/>
        </pc:sldMkLst>
      </pc:sldChg>
      <pc:sldChg chg="del">
        <pc:chgData name="SANTIAGO TALERO PARRA" userId="S::stalerop@udistrital.edu.co::26a59e6f-ba71-4578-9490-b57439b3e7f0" providerId="AD" clId="Web-{8D369353-9A4C-9F53-FB91-96AF30D8B3F4}" dt="2025-04-24T08:53:27.970" v="29"/>
        <pc:sldMkLst>
          <pc:docMk/>
          <pc:sldMk cId="2181729540" sldId="269"/>
        </pc:sldMkLst>
      </pc:sldChg>
      <pc:sldChg chg="modSp">
        <pc:chgData name="SANTIAGO TALERO PARRA" userId="S::stalerop@udistrital.edu.co::26a59e6f-ba71-4578-9490-b57439b3e7f0" providerId="AD" clId="Web-{8D369353-9A4C-9F53-FB91-96AF30D8B3F4}" dt="2025-04-24T08:59:04.748" v="243" actId="20577"/>
        <pc:sldMkLst>
          <pc:docMk/>
          <pc:sldMk cId="3435819545" sldId="272"/>
        </pc:sldMkLst>
        <pc:spChg chg="mod">
          <ac:chgData name="SANTIAGO TALERO PARRA" userId="S::stalerop@udistrital.edu.co::26a59e6f-ba71-4578-9490-b57439b3e7f0" providerId="AD" clId="Web-{8D369353-9A4C-9F53-FB91-96AF30D8B3F4}" dt="2025-04-24T08:59:04.748" v="243" actId="20577"/>
          <ac:spMkLst>
            <pc:docMk/>
            <pc:sldMk cId="3435819545" sldId="272"/>
            <ac:spMk id="3" creationId="{CB20C300-1B2B-5218-2FB9-CDBA3218B412}"/>
          </ac:spMkLst>
        </pc:spChg>
      </pc:sldChg>
      <pc:sldChg chg="del">
        <pc:chgData name="SANTIAGO TALERO PARRA" userId="S::stalerop@udistrital.edu.co::26a59e6f-ba71-4578-9490-b57439b3e7f0" providerId="AD" clId="Web-{8D369353-9A4C-9F53-FB91-96AF30D8B3F4}" dt="2025-04-24T08:53:28.501" v="30"/>
        <pc:sldMkLst>
          <pc:docMk/>
          <pc:sldMk cId="4103589514" sldId="273"/>
        </pc:sldMkLst>
      </pc:sldChg>
      <pc:sldChg chg="del">
        <pc:chgData name="SANTIAGO TALERO PARRA" userId="S::stalerop@udistrital.edu.co::26a59e6f-ba71-4578-9490-b57439b3e7f0" providerId="AD" clId="Web-{8D369353-9A4C-9F53-FB91-96AF30D8B3F4}" dt="2025-04-24T08:53:29.329" v="31"/>
        <pc:sldMkLst>
          <pc:docMk/>
          <pc:sldMk cId="2395753226" sldId="274"/>
        </pc:sldMkLst>
      </pc:sldChg>
      <pc:sldChg chg="del">
        <pc:chgData name="SANTIAGO TALERO PARRA" userId="S::stalerop@udistrital.edu.co::26a59e6f-ba71-4578-9490-b57439b3e7f0" providerId="AD" clId="Web-{8D369353-9A4C-9F53-FB91-96AF30D8B3F4}" dt="2025-04-24T08:53:22.954" v="25"/>
        <pc:sldMkLst>
          <pc:docMk/>
          <pc:sldMk cId="2615235232" sldId="275"/>
        </pc:sldMkLst>
      </pc:sldChg>
      <pc:sldChg chg="modSp">
        <pc:chgData name="SANTIAGO TALERO PARRA" userId="S::stalerop@udistrital.edu.co::26a59e6f-ba71-4578-9490-b57439b3e7f0" providerId="AD" clId="Web-{8D369353-9A4C-9F53-FB91-96AF30D8B3F4}" dt="2025-04-24T08:54:06.956" v="106" actId="20577"/>
        <pc:sldMkLst>
          <pc:docMk/>
          <pc:sldMk cId="3766543778" sldId="290"/>
        </pc:sldMkLst>
        <pc:spChg chg="mod">
          <ac:chgData name="SANTIAGO TALERO PARRA" userId="S::stalerop@udistrital.edu.co::26a59e6f-ba71-4578-9490-b57439b3e7f0" providerId="AD" clId="Web-{8D369353-9A4C-9F53-FB91-96AF30D8B3F4}" dt="2025-04-24T08:54:06.956" v="106" actId="20577"/>
          <ac:spMkLst>
            <pc:docMk/>
            <pc:sldMk cId="3766543778" sldId="290"/>
            <ac:spMk id="4" creationId="{9D7BBF92-B437-678F-F926-E3671FFC5762}"/>
          </ac:spMkLst>
        </pc:spChg>
      </pc:sldChg>
      <pc:sldChg chg="addSp delSp modSp add replId">
        <pc:chgData name="SANTIAGO TALERO PARRA" userId="S::stalerop@udistrital.edu.co::26a59e6f-ba71-4578-9490-b57439b3e7f0" providerId="AD" clId="Web-{8D369353-9A4C-9F53-FB91-96AF30D8B3F4}" dt="2025-04-24T09:03:38.492" v="347"/>
        <pc:sldMkLst>
          <pc:docMk/>
          <pc:sldMk cId="1129117760" sldId="291"/>
        </pc:sldMkLst>
        <pc:graphicFrameChg chg="add mod modGraphic">
          <ac:chgData name="SANTIAGO TALERO PARRA" userId="S::stalerop@udistrital.edu.co::26a59e6f-ba71-4578-9490-b57439b3e7f0" providerId="AD" clId="Web-{8D369353-9A4C-9F53-FB91-96AF30D8B3F4}" dt="2025-04-24T09:03:38.492" v="347"/>
          <ac:graphicFrameMkLst>
            <pc:docMk/>
            <pc:sldMk cId="1129117760" sldId="291"/>
            <ac:graphicFrameMk id="8" creationId="{714EB52D-2CA2-ADE9-88B4-EF11EAD20A27}"/>
          </ac:graphicFrameMkLst>
        </pc:graphicFrameChg>
      </pc:sldChg>
      <pc:sldChg chg="modSp add replId">
        <pc:chgData name="SANTIAGO TALERO PARRA" userId="S::stalerop@udistrital.edu.co::26a59e6f-ba71-4578-9490-b57439b3e7f0" providerId="AD" clId="Web-{8D369353-9A4C-9F53-FB91-96AF30D8B3F4}" dt="2025-04-24T08:59:12.951" v="247" actId="20577"/>
        <pc:sldMkLst>
          <pc:docMk/>
          <pc:sldMk cId="3878594433" sldId="292"/>
        </pc:sldMkLst>
      </pc:sldChg>
    </pc:docChg>
  </pc:docChgLst>
  <pc:docChgLst>
    <pc:chgData name="SANTIAGO TALERO PARRA" userId="S::stalerop@udistrital.edu.co::26a59e6f-ba71-4578-9490-b57439b3e7f0" providerId="AD" clId="Web-{47ACC5F1-EB41-3069-F788-2CAC57EF5E32}"/>
    <pc:docChg chg="modSld">
      <pc:chgData name="SANTIAGO TALERO PARRA" userId="S::stalerop@udistrital.edu.co::26a59e6f-ba71-4578-9490-b57439b3e7f0" providerId="AD" clId="Web-{47ACC5F1-EB41-3069-F788-2CAC57EF5E32}" dt="2025-04-24T04:34:34.640" v="17" actId="20577"/>
      <pc:docMkLst>
        <pc:docMk/>
      </pc:docMkLst>
      <pc:sldChg chg="addSp delSp modSp">
        <pc:chgData name="SANTIAGO TALERO PARRA" userId="S::stalerop@udistrital.edu.co::26a59e6f-ba71-4578-9490-b57439b3e7f0" providerId="AD" clId="Web-{47ACC5F1-EB41-3069-F788-2CAC57EF5E32}" dt="2025-04-24T04:34:34.640" v="17" actId="20577"/>
        <pc:sldMkLst>
          <pc:docMk/>
          <pc:sldMk cId="3247144218" sldId="256"/>
        </pc:sldMkLst>
        <pc:spChg chg="add mod">
          <ac:chgData name="SANTIAGO TALERO PARRA" userId="S::stalerop@udistrital.edu.co::26a59e6f-ba71-4578-9490-b57439b3e7f0" providerId="AD" clId="Web-{47ACC5F1-EB41-3069-F788-2CAC57EF5E32}" dt="2025-04-24T04:34:34.640" v="17" actId="20577"/>
          <ac:spMkLst>
            <pc:docMk/>
            <pc:sldMk cId="3247144218" sldId="256"/>
            <ac:spMk id="5" creationId="{F361D62A-3961-5893-1501-57514F3115A4}"/>
          </ac:spMkLst>
        </pc:spChg>
      </pc:sldChg>
      <pc:sldChg chg="modSp">
        <pc:chgData name="SANTIAGO TALERO PARRA" userId="S::stalerop@udistrital.edu.co::26a59e6f-ba71-4578-9490-b57439b3e7f0" providerId="AD" clId="Web-{47ACC5F1-EB41-3069-F788-2CAC57EF5E32}" dt="2025-04-24T04:34:06.936" v="7" actId="20577"/>
        <pc:sldMkLst>
          <pc:docMk/>
          <pc:sldMk cId="2623303382" sldId="257"/>
        </pc:sldMkLst>
        <pc:spChg chg="mod">
          <ac:chgData name="SANTIAGO TALERO PARRA" userId="S::stalerop@udistrital.edu.co::26a59e6f-ba71-4578-9490-b57439b3e7f0" providerId="AD" clId="Web-{47ACC5F1-EB41-3069-F788-2CAC57EF5E32}" dt="2025-04-24T04:34:06.936" v="7" actId="20577"/>
          <ac:spMkLst>
            <pc:docMk/>
            <pc:sldMk cId="2623303382" sldId="257"/>
            <ac:spMk id="2" creationId="{39AD591B-46C2-E2EA-DDFA-FCE2185461DD}"/>
          </ac:spMkLst>
        </pc:spChg>
      </pc:sldChg>
      <pc:sldChg chg="addSp delSp modSp">
        <pc:chgData name="SANTIAGO TALERO PARRA" userId="S::stalerop@udistrital.edu.co::26a59e6f-ba71-4578-9490-b57439b3e7f0" providerId="AD" clId="Web-{47ACC5F1-EB41-3069-F788-2CAC57EF5E32}" dt="2025-04-24T04:34:05.343" v="5" actId="1076"/>
        <pc:sldMkLst>
          <pc:docMk/>
          <pc:sldMk cId="1298462765" sldId="25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296A7-FE8E-C4B9-7C4C-06BF26A8A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D7BCF4-55C8-7F3E-B4AA-D4C16CB547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4844F3-C932-BCD7-2604-5E4AFD996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E65A878-7BAF-55AF-3D8D-BBE4775EF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311EAB-D9FA-FF3D-6A46-35D74363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6006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3C8808-C1EE-6FCF-810D-EAD88499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420A48-C013-DE5B-12CB-BC7FC7A55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BDE56D-BBC5-8A2F-D936-B3B5A03B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81D691-B041-3265-C639-FB945F4B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80DB14-F7A6-D591-F561-8AACF7FB6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755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B809A9-F483-7E01-C5A3-EE070EBF6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AFD508-C4EA-C29E-2324-6ADE35FF8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FBAD7EA-5CAE-A188-0BC5-10A67189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CB3010-1A22-AD88-0B89-F71A0E9B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524878-7158-A29B-C451-EC40469EA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828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75B73-19BA-C819-8355-EB64E378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25B2D0-E75B-9C53-79F7-3EBE73921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E42789-C544-72B4-6E35-593E7C8C6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988F7F-5F8A-7522-1A19-629EEB4D8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932BEF-06D3-7CE2-851D-C0859E59A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3C80C7C-F8FC-DD71-B6D8-2951CE75F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5021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2FE4E-E1B2-F159-4F77-F391D6EB5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C6D804-66DC-CC8F-6A5D-FD80E3BB0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1CFB1C-F760-8D23-7065-C65961289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51BF24A-6CD2-5D51-AC8C-3B1E0EB8C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A4CF864-C174-671A-0A0A-E91AB83B39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1386C9D-E517-B126-A040-DAED0749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7BDD013-B96F-4321-BC36-845881F52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54F342D-93F8-3A3E-F03D-89015319D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02789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4DDD6-49F9-E287-472E-7FFEE6ECC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CE42A4-526C-09B4-E16C-C22516F66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DD5B88-0AFC-D87A-310C-83F68AFE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0654029-DE38-824E-B3EB-FF181176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8178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CEBA138-12AC-6D42-B2D0-2FBBCC494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DAD2F9-5A8F-C00C-7624-A2DE7A215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197D0A-3E71-7B1B-C197-992605E97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3067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5F9D76-F80D-3A66-F12A-153208CC6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193E26-FD94-8E63-8ADB-5C7D8ED80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F3F43E-84B9-2FA2-4D3C-C688A3357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2A0FA0-3751-E51C-DF45-8CAE54951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DA0583-3483-398C-4FB0-3C8108ECF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849995-E0EC-9694-C146-40324F66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441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013077-720D-AA12-DFC9-C00957F82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E782E7B-622B-B544-2C45-D6B63CEC3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E45160-DA59-C9BA-840F-F4CAEEDF0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CE98EB-C866-F057-2474-60996D3A1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2F909E-BC31-CADD-3E7C-640E9D6E5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28A7E9-0FE5-FF90-D095-04ADB982D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4712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AB04D4-D880-111D-2F23-7C98A2E1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F3455F-D15E-8CFD-1D2B-36C86B898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DAD018-489C-AF01-694F-55EB34D66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1F2C490-513E-74B9-9DA8-06402AA32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AA3094-C40E-2FE3-7B52-84A856D10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881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76B249B-8482-4D09-C792-758C413498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59BD62B-7EBA-5DCD-D338-6BF29BE72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B52F8F-6CE0-20A9-88AC-21ABEFBE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D00BA5-26F0-7DC7-15C0-781C0999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4F8FAF-48E3-0B0B-5FAE-40E68BB0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2513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E6F057-EB8D-DE4B-45EF-C94613E1F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620B8B-2EBF-ECC0-A7D3-17D572399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F0BF4F-C18B-09C6-19D3-555855270C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1B01E-84FD-485E-B58F-3FCD744F96DC}" type="datetimeFigureOut">
              <a:rPr lang="es-CO" smtClean="0"/>
              <a:t>29/04/2025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C35039-4889-29FC-BF84-804099B9E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23DAD-9BEA-3F25-1640-6CCDA94062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662C72-8CC7-4F14-AD76-3A2C294B2727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0795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991B5EE-434E-7923-3143-6C291DB42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17483"/>
            <a:ext cx="914400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dirty="0" err="1">
                <a:latin typeface="LM Roman 10"/>
                <a:ea typeface="CMU Typewriter Text" panose="02000309000000000000" pitchFamily="50" charset="0"/>
                <a:cs typeface="CMU Typewriter Text" panose="02000309000000000000" pitchFamily="50" charset="0"/>
              </a:rPr>
              <a:t>Issabela</a:t>
            </a:r>
            <a:r>
              <a:rPr lang="es-CO" dirty="0">
                <a:latin typeface="LM Roman 10"/>
                <a:ea typeface="CMU Typewriter Text" panose="02000309000000000000" pitchFamily="50" charset="0"/>
                <a:cs typeface="CMU Typewriter Text" panose="02000309000000000000" pitchFamily="50" charset="0"/>
              </a:rPr>
              <a:t> del Pilar Ortiz Infante</a:t>
            </a:r>
          </a:p>
          <a:p>
            <a:r>
              <a:rPr lang="es-CO" dirty="0">
                <a:latin typeface="LM Roman 10"/>
                <a:ea typeface="CMU Typewriter Text" panose="02000309000000000000" pitchFamily="50" charset="0"/>
                <a:cs typeface="CMU Typewriter Text" panose="02000309000000000000" pitchFamily="50" charset="0"/>
              </a:rPr>
              <a:t>Santiago Talero Parra</a:t>
            </a:r>
          </a:p>
          <a:p>
            <a:r>
              <a:rPr lang="es-CO" dirty="0">
                <a:latin typeface="LM Roman 10"/>
                <a:ea typeface="CMU Typewriter Text" panose="02000309000000000000" pitchFamily="50" charset="0"/>
                <a:cs typeface="CMU Typewriter Text" panose="02000309000000000000" pitchFamily="50" charset="0"/>
              </a:rPr>
              <a:t>Juan </a:t>
            </a:r>
            <a:r>
              <a:rPr lang="es-CO" dirty="0" err="1">
                <a:latin typeface="LM Roman 10"/>
                <a:ea typeface="CMU Typewriter Text" panose="02000309000000000000" pitchFamily="50" charset="0"/>
                <a:cs typeface="CMU Typewriter Text" panose="02000309000000000000" pitchFamily="50" charset="0"/>
              </a:rPr>
              <a:t>Sebastian</a:t>
            </a:r>
            <a:r>
              <a:rPr lang="es-CO" dirty="0">
                <a:latin typeface="LM Roman 10"/>
                <a:ea typeface="CMU Typewriter Text" panose="02000309000000000000" pitchFamily="50" charset="0"/>
                <a:cs typeface="CMU Typewriter Text" panose="02000309000000000000" pitchFamily="50" charset="0"/>
              </a:rPr>
              <a:t> Manrique Moreno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361D62A-3961-5893-1501-57514F3115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12434"/>
            <a:ext cx="9144000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 err="1">
                <a:latin typeface="LM Roman 10" panose="00000500000000000000" pitchFamily="50" charset="0"/>
              </a:rPr>
              <a:t>Sobrecarga</a:t>
            </a:r>
            <a:r>
              <a:rPr lang="en-US" dirty="0">
                <a:latin typeface="LM Roman 10" panose="00000500000000000000" pitchFamily="50" charset="0"/>
              </a:rPr>
              <a:t> de </a:t>
            </a:r>
            <a:r>
              <a:rPr lang="en-US" dirty="0" err="1">
                <a:latin typeface="LM Roman 10" panose="00000500000000000000" pitchFamily="50" charset="0"/>
              </a:rPr>
              <a:t>operadores</a:t>
            </a:r>
            <a:r>
              <a:rPr lang="en-US" dirty="0">
                <a:latin typeface="LM Roman 10" panose="00000500000000000000" pitchFamily="50" charset="0"/>
              </a:rPr>
              <a:t> y </a:t>
            </a:r>
            <a:r>
              <a:rPr lang="en-US" dirty="0" err="1">
                <a:latin typeface="LM Roman 10" panose="00000500000000000000" pitchFamily="50" charset="0"/>
              </a:rPr>
              <a:t>compiladores</a:t>
            </a:r>
            <a:r>
              <a:rPr lang="en-US" dirty="0">
                <a:latin typeface="LM Roman 10" panose="00000500000000000000" pitchFamily="50" charset="0"/>
              </a:rPr>
              <a:t> Debug y Release para un campo </a:t>
            </a:r>
            <a:r>
              <a:rPr lang="en-US" dirty="0" err="1">
                <a:latin typeface="LM Roman 10" panose="00000500000000000000" pitchFamily="50" charset="0"/>
              </a:rPr>
              <a:t>eléctrico</a:t>
            </a:r>
            <a:endParaRPr lang="en-US" dirty="0">
              <a:latin typeface="LM Roman 1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144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AD591B-46C2-E2EA-DDFA-FCE21854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latin typeface="LM Roman 10"/>
              </a:rPr>
              <a:t>Problema físico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B312BC6-8986-415E-F9B0-2E2645D17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LM Roman 10" panose="00000500000000000000" pitchFamily="50" charset="0"/>
              </a:rPr>
              <a:t>El </a:t>
            </a:r>
            <a:r>
              <a:rPr lang="en-US" dirty="0" err="1">
                <a:latin typeface="LM Roman 10" panose="00000500000000000000" pitchFamily="50" charset="0"/>
              </a:rPr>
              <a:t>problema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físico</a:t>
            </a:r>
            <a:r>
              <a:rPr lang="en-US" dirty="0">
                <a:latin typeface="LM Roman 10" panose="00000500000000000000" pitchFamily="50" charset="0"/>
              </a:rPr>
              <a:t> a </a:t>
            </a:r>
            <a:r>
              <a:rPr lang="en-US" dirty="0" err="1">
                <a:latin typeface="LM Roman 10" panose="00000500000000000000" pitchFamily="50" charset="0"/>
              </a:rPr>
              <a:t>trabajar</a:t>
            </a:r>
            <a:r>
              <a:rPr lang="en-US" dirty="0">
                <a:latin typeface="LM Roman 10" panose="00000500000000000000" pitchFamily="50" charset="0"/>
              </a:rPr>
              <a:t> es </a:t>
            </a:r>
            <a:r>
              <a:rPr lang="en-US" dirty="0" err="1">
                <a:latin typeface="LM Roman 10" panose="00000500000000000000" pitchFamily="50" charset="0"/>
              </a:rPr>
              <a:t>el</a:t>
            </a:r>
            <a:r>
              <a:rPr lang="en-US" dirty="0">
                <a:latin typeface="LM Roman 10" panose="00000500000000000000" pitchFamily="50" charset="0"/>
              </a:rPr>
              <a:t> de dos cargas que </a:t>
            </a:r>
            <a:r>
              <a:rPr lang="en-US" dirty="0" err="1">
                <a:latin typeface="LM Roman 10" panose="00000500000000000000" pitchFamily="50" charset="0"/>
              </a:rPr>
              <a:t>generan</a:t>
            </a:r>
            <a:r>
              <a:rPr lang="en-US" dirty="0">
                <a:latin typeface="LM Roman 10" panose="00000500000000000000" pitchFamily="50" charset="0"/>
              </a:rPr>
              <a:t> un campo </a:t>
            </a:r>
            <a:r>
              <a:rPr lang="en-US" dirty="0" err="1">
                <a:latin typeface="LM Roman 10" panose="00000500000000000000" pitchFamily="50" charset="0"/>
              </a:rPr>
              <a:t>eléctrico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interactuante</a:t>
            </a:r>
            <a:r>
              <a:rPr lang="en-US" dirty="0">
                <a:latin typeface="LM Roman 10" panose="00000500000000000000" pitchFamily="50" charset="0"/>
              </a:rPr>
              <a:t> con </a:t>
            </a:r>
            <a:r>
              <a:rPr lang="en-US" dirty="0" err="1">
                <a:latin typeface="LM Roman 10" panose="00000500000000000000" pitchFamily="50" charset="0"/>
              </a:rPr>
              <a:t>unas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posiciones</a:t>
            </a:r>
            <a:r>
              <a:rPr lang="en-US" dirty="0">
                <a:latin typeface="LM Roman 10" panose="00000500000000000000" pitchFamily="50" charset="0"/>
              </a:rPr>
              <a:t> y </a:t>
            </a:r>
            <a:r>
              <a:rPr lang="en-US" dirty="0" err="1">
                <a:latin typeface="LM Roman 10" panose="00000500000000000000" pitchFamily="50" charset="0"/>
              </a:rPr>
              <a:t>velocidades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iniciales</a:t>
            </a:r>
            <a:r>
              <a:rPr lang="en-US" dirty="0">
                <a:latin typeface="LM Roman 10" panose="00000500000000000000" pitchFamily="50" charset="0"/>
              </a:rPr>
              <a:t>. La </a:t>
            </a:r>
            <a:r>
              <a:rPr lang="en-US" dirty="0" err="1">
                <a:latin typeface="LM Roman 10" panose="00000500000000000000" pitchFamily="50" charset="0"/>
              </a:rPr>
              <a:t>expresión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matemática</a:t>
            </a:r>
            <a:r>
              <a:rPr lang="en-US" dirty="0">
                <a:latin typeface="LM Roman 10" panose="00000500000000000000" pitchFamily="50" charset="0"/>
              </a:rPr>
              <a:t> a </a:t>
            </a:r>
            <a:r>
              <a:rPr lang="en-US" dirty="0" err="1">
                <a:latin typeface="LM Roman 10" panose="00000500000000000000" pitchFamily="50" charset="0"/>
              </a:rPr>
              <a:t>trabajar</a:t>
            </a:r>
            <a:r>
              <a:rPr lang="en-US" dirty="0">
                <a:latin typeface="LM Roman 10" panose="00000500000000000000" pitchFamily="50" charset="0"/>
              </a:rPr>
              <a:t> es: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latin typeface="LM Roman 10" panose="00000500000000000000" pitchFamily="50" charset="0"/>
              </a:rPr>
              <a:t>Donde                         , y se </a:t>
            </a:r>
            <a:r>
              <a:rPr lang="en-US" dirty="0" err="1">
                <a:latin typeface="LM Roman 10" panose="00000500000000000000" pitchFamily="50" charset="0"/>
              </a:rPr>
              <a:t>aplica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el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método</a:t>
            </a:r>
            <a:r>
              <a:rPr lang="en-US" dirty="0">
                <a:latin typeface="LM Roman 10" panose="00000500000000000000" pitchFamily="50" charset="0"/>
              </a:rPr>
              <a:t> de Euler.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Imagen 3" descr="Forma&#10;&#10;El contenido generado por IA puede ser incorrecto.">
            <a:extLst>
              <a:ext uri="{FF2B5EF4-FFF2-40B4-BE49-F238E27FC236}">
                <a16:creationId xmlns:a16="http://schemas.microsoft.com/office/drawing/2014/main" id="{D6CAFC2F-FBD0-36FA-DD47-219A06EFB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264" y="4815319"/>
            <a:ext cx="2840130" cy="1038095"/>
          </a:xfrm>
          <a:prstGeom prst="rect">
            <a:avLst/>
          </a:prstGeom>
        </p:spPr>
      </p:pic>
      <p:pic>
        <p:nvPicPr>
          <p:cNvPr id="7" name="Imagen 6" descr="Forma&#10;&#10;El contenido generado por IA puede ser incorrecto.">
            <a:extLst>
              <a:ext uri="{FF2B5EF4-FFF2-40B4-BE49-F238E27FC236}">
                <a16:creationId xmlns:a16="http://schemas.microsoft.com/office/drawing/2014/main" id="{D3E95A06-EB62-7258-B6EA-9E0D670F5A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190" y="3510818"/>
            <a:ext cx="6447619" cy="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03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8D2B-1CF6-86D2-CB42-063755909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3C971-F947-338D-3F30-C26D480D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latin typeface="LM Roman 10"/>
              </a:rPr>
              <a:t>Archivos construidos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73B008-E74E-3586-F416-24C66B25B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latin typeface="LM Roman 10" panose="00000500000000000000" pitchFamily="50" charset="0"/>
              </a:rPr>
              <a:t>Se </a:t>
            </a:r>
            <a:r>
              <a:rPr lang="en-US" dirty="0" err="1">
                <a:latin typeface="LM Roman 10" panose="00000500000000000000" pitchFamily="50" charset="0"/>
              </a:rPr>
              <a:t>generaron</a:t>
            </a:r>
            <a:r>
              <a:rPr lang="en-US" dirty="0">
                <a:latin typeface="LM Roman 10" panose="00000500000000000000" pitchFamily="50" charset="0"/>
              </a:rPr>
              <a:t> 5 </a:t>
            </a:r>
            <a:r>
              <a:rPr lang="en-US" dirty="0" err="1">
                <a:latin typeface="LM Roman 10" panose="00000500000000000000" pitchFamily="50" charset="0"/>
              </a:rPr>
              <a:t>archivos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distintos</a:t>
            </a:r>
            <a:r>
              <a:rPr lang="en-US" dirty="0">
                <a:latin typeface="LM Roman 10" panose="00000500000000000000" pitchFamily="50" charset="0"/>
              </a:rPr>
              <a:t> que se </a:t>
            </a:r>
            <a:r>
              <a:rPr lang="en-US" dirty="0" err="1">
                <a:latin typeface="LM Roman 10" panose="00000500000000000000" pitchFamily="50" charset="0"/>
              </a:rPr>
              <a:t>abordarán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en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su</a:t>
            </a:r>
            <a:r>
              <a:rPr lang="en-US" dirty="0">
                <a:latin typeface="LM Roman 10" panose="00000500000000000000" pitchFamily="50" charset="0"/>
              </a:rPr>
              <a:t> </a:t>
            </a:r>
            <a:r>
              <a:rPr lang="en-US" dirty="0" err="1">
                <a:latin typeface="LM Roman 10" panose="00000500000000000000" pitchFamily="50" charset="0"/>
              </a:rPr>
              <a:t>estructura</a:t>
            </a:r>
            <a:r>
              <a:rPr lang="en-US" dirty="0">
                <a:latin typeface="LM Roman 10" panose="00000500000000000000" pitchFamily="50" charset="0"/>
              </a:rPr>
              <a:t> y </a:t>
            </a:r>
            <a:r>
              <a:rPr lang="en-US" dirty="0" err="1">
                <a:latin typeface="LM Roman 10" panose="00000500000000000000" pitchFamily="50" charset="0"/>
              </a:rPr>
              <a:t>funciones</a:t>
            </a:r>
            <a:r>
              <a:rPr lang="en-US" dirty="0">
                <a:latin typeface="LM Roman 10" panose="00000500000000000000" pitchFamily="50" charset="0"/>
              </a:rPr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>
                <a:latin typeface="LM Roman 10" panose="00000500000000000000" pitchFamily="50" charset="0"/>
              </a:rPr>
              <a:t>Particle.h</a:t>
            </a:r>
            <a:endParaRPr lang="en-US" dirty="0">
              <a:latin typeface="LM Roman 10" panose="00000500000000000000" pitchFamily="50" charset="0"/>
            </a:endParaRPr>
          </a:p>
          <a:p>
            <a:r>
              <a:rPr lang="en-US" dirty="0">
                <a:latin typeface="LM Roman 10" panose="00000500000000000000" pitchFamily="50" charset="0"/>
              </a:rPr>
              <a:t>Particle.cpp</a:t>
            </a:r>
          </a:p>
          <a:p>
            <a:r>
              <a:rPr lang="en-US" dirty="0" err="1">
                <a:latin typeface="LM Roman 10" panose="00000500000000000000" pitchFamily="50" charset="0"/>
              </a:rPr>
              <a:t>Utils.h</a:t>
            </a:r>
            <a:endParaRPr lang="en-US" dirty="0">
              <a:latin typeface="LM Roman 10" panose="00000500000000000000" pitchFamily="50" charset="0"/>
            </a:endParaRPr>
          </a:p>
          <a:p>
            <a:r>
              <a:rPr lang="en-US" dirty="0">
                <a:latin typeface="LM Roman 10" panose="00000500000000000000" pitchFamily="50" charset="0"/>
              </a:rPr>
              <a:t>Main.cpp</a:t>
            </a:r>
          </a:p>
          <a:p>
            <a:r>
              <a:rPr lang="en-US" dirty="0" err="1">
                <a:latin typeface="LM Roman 10" panose="00000500000000000000" pitchFamily="50" charset="0"/>
              </a:rPr>
              <a:t>Makefile</a:t>
            </a:r>
            <a:endParaRPr lang="en-US" dirty="0">
              <a:latin typeface="LM Roman 10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271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73D618-B979-09D4-1AEE-C229D17C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672"/>
            <a:ext cx="4727575" cy="1087582"/>
          </a:xfrm>
        </p:spPr>
        <p:txBody>
          <a:bodyPr/>
          <a:lstStyle/>
          <a:p>
            <a:r>
              <a:rPr lang="es-CO" b="1" dirty="0">
                <a:latin typeface="LM Roman 10"/>
              </a:rPr>
              <a:t>Archivo </a:t>
            </a:r>
            <a:r>
              <a:rPr lang="es-CO" b="1" dirty="0" err="1">
                <a:latin typeface="Consolas" panose="020B0609020204030204" pitchFamily="49" charset="0"/>
              </a:rPr>
              <a:t>Particle.h</a:t>
            </a:r>
            <a:r>
              <a:rPr lang="es-CO" b="1" dirty="0">
                <a:latin typeface="LM Roman 10"/>
              </a:rPr>
              <a:t> Guardas de Inclusión</a:t>
            </a:r>
            <a:endParaRPr lang="es-CO" b="1" dirty="0">
              <a:latin typeface="LM Roman 10" panose="000005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CD910-ED84-6A11-5E91-CE338036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3" r="11557" b="1282"/>
          <a:stretch/>
        </p:blipFill>
        <p:spPr>
          <a:xfrm>
            <a:off x="5563465" y="2833255"/>
            <a:ext cx="5955994" cy="2111208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EA1A12-9DE0-C01B-E94F-18D59E5C1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99509"/>
            <a:ext cx="4472564" cy="17611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Evita que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el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archivo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se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incluya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más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de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una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vez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durante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la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compilación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, lo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cual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puede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causar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errores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si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la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clase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o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estructura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se redefine.</a:t>
            </a:r>
            <a:endParaRPr lang="en-US" sz="2400" dirty="0">
              <a:latin typeface="LM Roman 10" panose="00000500000000000000" pitchFamily="50" charset="0"/>
            </a:endParaRP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7CDF88-844A-9C9F-3C77-D440AA1CD0D6}"/>
              </a:ext>
            </a:extLst>
          </p:cNvPr>
          <p:cNvCxnSpPr/>
          <p:nvPr/>
        </p:nvCxnSpPr>
        <p:spPr>
          <a:xfrm>
            <a:off x="942108" y="2341418"/>
            <a:ext cx="4461163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462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6D076-DE7C-5B1F-AA7C-BFFCFA04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2B42FB-56A9-A918-E69E-B28211B4A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672"/>
            <a:ext cx="4727575" cy="1087582"/>
          </a:xfrm>
        </p:spPr>
        <p:txBody>
          <a:bodyPr/>
          <a:lstStyle/>
          <a:p>
            <a:r>
              <a:rPr lang="es-CO" b="1" dirty="0">
                <a:latin typeface="LM Roman 10"/>
              </a:rPr>
              <a:t>Archivo </a:t>
            </a:r>
            <a:r>
              <a:rPr lang="es-CO" b="1" dirty="0" err="1">
                <a:latin typeface="Consolas" panose="020B0609020204030204" pitchFamily="49" charset="0"/>
              </a:rPr>
              <a:t>Particle.h</a:t>
            </a:r>
            <a:r>
              <a:rPr lang="es-CO" b="1" dirty="0">
                <a:latin typeface="LM Roman 10"/>
              </a:rPr>
              <a:t> </a:t>
            </a:r>
            <a:r>
              <a:rPr lang="es-CO" b="1" dirty="0" err="1">
                <a:latin typeface="LM Roman 10"/>
              </a:rPr>
              <a:t>struct</a:t>
            </a:r>
            <a:r>
              <a:rPr lang="es-CO" b="1" dirty="0">
                <a:latin typeface="LM Roman 10"/>
              </a:rPr>
              <a:t> Vector2D</a:t>
            </a:r>
            <a:endParaRPr lang="es-CO" b="1" dirty="0">
              <a:latin typeface="LM Roman 10" panose="00000500000000000000" pitchFamily="50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E5AE265-32F2-3F68-1BF2-27AB833EC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42309"/>
            <a:ext cx="4472564" cy="17611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Representa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un </a:t>
            </a:r>
            <a:r>
              <a:rPr lang="en-US" sz="2400" b="1" dirty="0">
                <a:latin typeface="LM Roman 10" panose="00000500000000000000" pitchFamily="50" charset="0"/>
                <a:ea typeface="+mn-lt"/>
                <a:cs typeface="+mn-lt"/>
              </a:rPr>
              <a:t>vector bidimensional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,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usado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para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posiciones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,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velocidades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y campos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eléctricos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n-US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775909-CDB9-45A3-A57E-944E3776699B}"/>
              </a:ext>
            </a:extLst>
          </p:cNvPr>
          <p:cNvCxnSpPr/>
          <p:nvPr/>
        </p:nvCxnSpPr>
        <p:spPr>
          <a:xfrm>
            <a:off x="942108" y="2341418"/>
            <a:ext cx="4461163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B760AAA-497D-DE16-DFAC-80E540FFF4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0" r="1280" b="329"/>
          <a:stretch/>
        </p:blipFill>
        <p:spPr>
          <a:xfrm>
            <a:off x="5756997" y="977613"/>
            <a:ext cx="6081303" cy="4736529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A22E7F6B-F3CE-EB84-9DFF-465C1FBF4EB0}"/>
              </a:ext>
            </a:extLst>
          </p:cNvPr>
          <p:cNvSpPr txBox="1">
            <a:spLocks/>
          </p:cNvSpPr>
          <p:nvPr/>
        </p:nvSpPr>
        <p:spPr>
          <a:xfrm>
            <a:off x="839788" y="4315691"/>
            <a:ext cx="4472564" cy="17611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En la imagen se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visaliza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el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constructor y la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suma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n-US" dirty="0">
              <a:latin typeface="LM Roman 10" panose="00000500000000000000" pitchFamily="50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4061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34C49-3007-17D4-36FB-1F907B2D7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C79A16-7B99-325B-6A80-EBEFC5B6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3672"/>
            <a:ext cx="4727575" cy="1087582"/>
          </a:xfrm>
        </p:spPr>
        <p:txBody>
          <a:bodyPr/>
          <a:lstStyle/>
          <a:p>
            <a:r>
              <a:rPr lang="es-CO" b="1" dirty="0">
                <a:latin typeface="LM Roman 10"/>
              </a:rPr>
              <a:t>Archivo </a:t>
            </a:r>
            <a:r>
              <a:rPr lang="es-CO" b="1" dirty="0" err="1">
                <a:latin typeface="Consolas" panose="020B0609020204030204" pitchFamily="49" charset="0"/>
              </a:rPr>
              <a:t>Particle.h</a:t>
            </a:r>
            <a:r>
              <a:rPr lang="es-CO" b="1" dirty="0">
                <a:latin typeface="LM Roman 10"/>
              </a:rPr>
              <a:t> </a:t>
            </a:r>
            <a:r>
              <a:rPr lang="es-CO" b="1" dirty="0" err="1">
                <a:latin typeface="LM Roman 10"/>
              </a:rPr>
              <a:t>struct</a:t>
            </a:r>
            <a:r>
              <a:rPr lang="es-CO" b="1" dirty="0">
                <a:latin typeface="LM Roman 10"/>
              </a:rPr>
              <a:t> Vector2D</a:t>
            </a:r>
            <a:endParaRPr lang="es-CO" b="1" dirty="0">
              <a:latin typeface="LM Roman 10" panose="00000500000000000000" pitchFamily="50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44293A6-A326-7596-5E44-DAFA16701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42309"/>
            <a:ext cx="4472564" cy="176111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Representa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un </a:t>
            </a:r>
            <a:r>
              <a:rPr lang="en-US" sz="2400" b="1" dirty="0">
                <a:latin typeface="LM Roman 10" panose="00000500000000000000" pitchFamily="50" charset="0"/>
                <a:ea typeface="+mn-lt"/>
                <a:cs typeface="+mn-lt"/>
              </a:rPr>
              <a:t>vector bidimensional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,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usado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para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posiciones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,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velocidades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y campos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eléctricos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n-US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D0CD376-34FD-62BB-DD6E-93A5DDAAACAA}"/>
              </a:ext>
            </a:extLst>
          </p:cNvPr>
          <p:cNvCxnSpPr/>
          <p:nvPr/>
        </p:nvCxnSpPr>
        <p:spPr>
          <a:xfrm>
            <a:off x="942108" y="2341418"/>
            <a:ext cx="4461163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E1C6B998-923D-21B2-0530-CBE486DCB99F}"/>
              </a:ext>
            </a:extLst>
          </p:cNvPr>
          <p:cNvSpPr txBox="1">
            <a:spLocks/>
          </p:cNvSpPr>
          <p:nvPr/>
        </p:nvSpPr>
        <p:spPr>
          <a:xfrm>
            <a:off x="839788" y="4315691"/>
            <a:ext cx="4472564" cy="17611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En la imagen se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visaliza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la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multiplicacion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por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escalar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 y la </a:t>
            </a:r>
            <a:r>
              <a:rPr lang="en-US" sz="2400" dirty="0" err="1">
                <a:latin typeface="LM Roman 10" panose="00000500000000000000" pitchFamily="50" charset="0"/>
                <a:ea typeface="+mn-lt"/>
                <a:cs typeface="+mn-lt"/>
              </a:rPr>
              <a:t>división</a:t>
            </a:r>
            <a:r>
              <a:rPr lang="en-US" sz="24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n-US" dirty="0">
              <a:latin typeface="LM Roman 10" panose="00000500000000000000" pitchFamily="50" charset="0"/>
            </a:endParaRPr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DAABAC3-898B-D82B-3A21-2318FD9D4D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765" y="981942"/>
            <a:ext cx="6313344" cy="421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59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91A34-5184-ED71-547B-81B038D22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AF2D1-3AF4-8B7C-D405-007A06DC8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 dirty="0">
                <a:latin typeface="LM Roman 10"/>
              </a:rPr>
              <a:t>Archivo </a:t>
            </a:r>
            <a:r>
              <a:rPr lang="es-CO" b="1" dirty="0" err="1">
                <a:latin typeface="Consolas" panose="020B0609020204030204" pitchFamily="49" charset="0"/>
              </a:rPr>
              <a:t>Particle.h</a:t>
            </a:r>
            <a:r>
              <a:rPr lang="es-CO" b="1" dirty="0">
                <a:latin typeface="Consolas" panose="020B0609020204030204" pitchFamily="49" charset="0"/>
              </a:rPr>
              <a:t> </a:t>
            </a:r>
            <a:r>
              <a:rPr lang="es-CO" b="1" dirty="0" err="1">
                <a:latin typeface="LM Roman 10"/>
              </a:rPr>
              <a:t>struct</a:t>
            </a:r>
            <a:r>
              <a:rPr lang="es-CO" b="1" dirty="0">
                <a:latin typeface="LM Roman 10"/>
              </a:rPr>
              <a:t> Vector2D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79574F-E5DC-0A4F-2A76-51C496291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188" y="452007"/>
            <a:ext cx="6167005" cy="544137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DB552-3082-5AA7-94BB-35E6F59E64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39291"/>
            <a:ext cx="4461163" cy="3254086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friend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permite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que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funciones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externas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accedan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a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los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datos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privados/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protegidos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de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una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clase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o struct.</a:t>
            </a:r>
          </a:p>
          <a:p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Así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mismo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, la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sobrecarga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de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operadores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cambia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el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cómo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se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comporta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un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operador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estándar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(+, *, &lt;&lt;, etc.) </a:t>
            </a:r>
            <a:r>
              <a:rPr lang="en-US" sz="2800" b="1" dirty="0">
                <a:latin typeface="LM Roman 10" panose="00000500000000000000" pitchFamily="50" charset="0"/>
                <a:ea typeface="+mn-lt"/>
                <a:cs typeface="+mn-lt"/>
              </a:rPr>
              <a:t>para </a:t>
            </a:r>
            <a:r>
              <a:rPr lang="en-US" sz="2800" b="1" dirty="0" err="1">
                <a:latin typeface="LM Roman 10" panose="00000500000000000000" pitchFamily="50" charset="0"/>
                <a:ea typeface="+mn-lt"/>
                <a:cs typeface="+mn-lt"/>
              </a:rPr>
              <a:t>tipos</a:t>
            </a:r>
            <a:r>
              <a:rPr lang="en-US" sz="2800" b="1" dirty="0">
                <a:latin typeface="LM Roman 10" panose="00000500000000000000" pitchFamily="50" charset="0"/>
                <a:ea typeface="+mn-lt"/>
                <a:cs typeface="+mn-lt"/>
              </a:rPr>
              <a:t> de </a:t>
            </a:r>
            <a:r>
              <a:rPr lang="en-US" sz="2800" b="1" dirty="0" err="1">
                <a:latin typeface="LM Roman 10" panose="00000500000000000000" pitchFamily="50" charset="0"/>
                <a:ea typeface="+mn-lt"/>
                <a:cs typeface="+mn-lt"/>
              </a:rPr>
              <a:t>datos</a:t>
            </a:r>
            <a:r>
              <a:rPr lang="en-US" sz="2800" b="1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2800" b="1" dirty="0" err="1">
                <a:latin typeface="LM Roman 10" panose="00000500000000000000" pitchFamily="50" charset="0"/>
                <a:ea typeface="+mn-lt"/>
                <a:cs typeface="+mn-lt"/>
              </a:rPr>
              <a:t>personalizados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,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como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la </a:t>
            </a:r>
            <a:r>
              <a:rPr lang="en-US" sz="2800" dirty="0" err="1">
                <a:latin typeface="LM Roman 10" panose="00000500000000000000" pitchFamily="50" charset="0"/>
                <a:ea typeface="+mn-lt"/>
                <a:cs typeface="+mn-lt"/>
              </a:rPr>
              <a:t>estructura</a:t>
            </a:r>
            <a:r>
              <a:rPr lang="en-US" sz="2800" dirty="0">
                <a:latin typeface="LM Roman 10" panose="00000500000000000000" pitchFamily="50" charset="0"/>
                <a:ea typeface="+mn-lt"/>
                <a:cs typeface="+mn-lt"/>
              </a:rPr>
              <a:t> Vector2D.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687ED2-88FD-ADAC-2983-C26921940DFA}"/>
              </a:ext>
            </a:extLst>
          </p:cNvPr>
          <p:cNvCxnSpPr/>
          <p:nvPr/>
        </p:nvCxnSpPr>
        <p:spPr>
          <a:xfrm>
            <a:off x="942108" y="2341418"/>
            <a:ext cx="4461163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716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9F6F0-DD64-55D1-C697-20E0D5A08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192877-D4EA-D5C1-5DA6-D8548B5A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 dirty="0">
                <a:latin typeface="LM Roman 10"/>
              </a:rPr>
              <a:t>Archivo </a:t>
            </a:r>
            <a:r>
              <a:rPr lang="es-CO" b="1" dirty="0" err="1">
                <a:latin typeface="Consolas" panose="020B0609020204030204" pitchFamily="49" charset="0"/>
              </a:rPr>
              <a:t>Particle.h</a:t>
            </a:r>
            <a:r>
              <a:rPr lang="es-CO" b="1" dirty="0">
                <a:latin typeface="LM Roman 10"/>
              </a:rPr>
              <a:t> </a:t>
            </a:r>
            <a:r>
              <a:rPr lang="es-CO" b="1" dirty="0">
                <a:latin typeface="LM Roman 10" panose="00000500000000000000" pitchFamily="50" charset="0"/>
              </a:rPr>
              <a:t>Clase </a:t>
            </a:r>
            <a:r>
              <a:rPr lang="es-CO" b="1" dirty="0" err="1">
                <a:latin typeface="LM Roman 10" panose="00000500000000000000" pitchFamily="50" charset="0"/>
              </a:rPr>
              <a:t>Particle</a:t>
            </a:r>
            <a:r>
              <a:rPr lang="es-CO" b="1" dirty="0">
                <a:latin typeface="LM Roman 10" panose="00000500000000000000" pitchFamily="50" charset="0"/>
              </a:rPr>
              <a:t>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5DEE943-9AED-8D5F-6E77-7F722EFAD092}"/>
              </a:ext>
            </a:extLst>
          </p:cNvPr>
          <p:cNvSpPr/>
          <p:nvPr/>
        </p:nvSpPr>
        <p:spPr>
          <a:xfrm>
            <a:off x="839788" y="5699760"/>
            <a:ext cx="4971732" cy="1692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CF69A-257A-A9B9-B187-DAA1E034A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708563"/>
            <a:ext cx="4563483" cy="3603047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US" sz="3800" dirty="0" err="1">
                <a:latin typeface="LM Roman 10" panose="00000500000000000000" pitchFamily="50" charset="0"/>
              </a:rPr>
              <a:t>Atributos</a:t>
            </a:r>
            <a:r>
              <a:rPr lang="en-US" sz="3800" dirty="0">
                <a:latin typeface="LM Roman 10" panose="00000500000000000000" pitchFamily="50" charset="0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mass: Masa de la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partícula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en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kg.</a:t>
            </a:r>
          </a:p>
          <a:p>
            <a:pPr marL="285750" indent="-285750">
              <a:buFont typeface="Arial"/>
              <a:buChar char="•"/>
            </a:pP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charge: Carga de la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partícula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en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C (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culombios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).</a:t>
            </a:r>
            <a:endParaRPr lang="en-US" sz="3800" dirty="0">
              <a:latin typeface="LM Roman 10" panose="00000500000000000000" pitchFamily="50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position: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Posición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actual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en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el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espacio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n-US" sz="3800" dirty="0">
              <a:latin typeface="LM Roman 10" panose="00000500000000000000" pitchFamily="50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velocity: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Velocidad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actual.</a:t>
            </a:r>
          </a:p>
          <a:p>
            <a:pPr marL="285750" indent="-285750">
              <a:buFont typeface="Arial"/>
              <a:buChar char="•"/>
            </a:pPr>
            <a:endParaRPr lang="en-US" sz="3800" dirty="0">
              <a:latin typeface="LM Roman 10" panose="00000500000000000000" pitchFamily="50" charset="0"/>
              <a:ea typeface="+mn-lt"/>
              <a:cs typeface="+mn-lt"/>
            </a:endParaRPr>
          </a:p>
          <a:p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El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método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update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está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definido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US" sz="3800" dirty="0" err="1">
                <a:latin typeface="LM Roman 10" panose="00000500000000000000" pitchFamily="50" charset="0"/>
                <a:ea typeface="+mn-lt"/>
                <a:cs typeface="+mn-lt"/>
              </a:rPr>
              <a:t>en</a:t>
            </a:r>
            <a:r>
              <a:rPr lang="en-US" sz="3800" dirty="0">
                <a:latin typeface="LM Roman 10" panose="00000500000000000000" pitchFamily="50" charset="0"/>
                <a:ea typeface="+mn-lt"/>
                <a:cs typeface="+mn-lt"/>
              </a:rPr>
              <a:t> Particle.cpp</a:t>
            </a:r>
          </a:p>
          <a:p>
            <a:endParaRPr lang="en-US" dirty="0">
              <a:ea typeface="+mn-lt"/>
              <a:cs typeface="+mn-lt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83BB0E0-F5EC-3D00-1FC2-871F084C9747}"/>
              </a:ext>
            </a:extLst>
          </p:cNvPr>
          <p:cNvCxnSpPr/>
          <p:nvPr/>
        </p:nvCxnSpPr>
        <p:spPr>
          <a:xfrm>
            <a:off x="942108" y="2341418"/>
            <a:ext cx="4461163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B46E954-FB35-9427-9D73-83D317FF1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528" y="463261"/>
            <a:ext cx="6299488" cy="58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896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AAB7A-E72F-3B71-D028-156FFFABE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A149B-ED93-834F-86BC-59262557E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>
                <a:latin typeface="Consolas" panose="020B0609020204030204" pitchFamily="49" charset="0"/>
              </a:rPr>
              <a:t>Particle.cpp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42FE18-D9D5-EC9C-5853-CA8C39C7D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8188" y="1711037"/>
            <a:ext cx="4736205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Este método es una forma </a:t>
            </a:r>
            <a:r>
              <a:rPr lang="es-CO" sz="2400" b="1" dirty="0">
                <a:latin typeface="LM Roman 10" panose="00000500000000000000" pitchFamily="50" charset="0"/>
                <a:ea typeface="+mn-lt"/>
                <a:cs typeface="+mn-lt"/>
              </a:rPr>
              <a:t>simple y rápida</a:t>
            </a:r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 de aproximar el movimiento de objetos bajo fuerzas. Se asume que la aceleración es constante durante un pequeño intervalo </a:t>
            </a:r>
            <a:r>
              <a:rPr lang="es-CO" sz="2400" dirty="0" err="1">
                <a:latin typeface="LM Roman 10" panose="00000500000000000000" pitchFamily="50" charset="0"/>
              </a:rPr>
              <a:t>dt</a:t>
            </a:r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n-US" sz="2400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s-CO" sz="2400" dirty="0">
              <a:latin typeface="LM Roman 10" panose="00000500000000000000" pitchFamily="50" charset="0"/>
              <a:ea typeface="+mn-lt"/>
              <a:cs typeface="+mn-lt"/>
            </a:endParaRPr>
          </a:p>
          <a:p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Se utiliza el método de Euler.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03719-76C7-E458-C777-9972A5E7C1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2" r="179" b="-9"/>
          <a:stretch/>
        </p:blipFill>
        <p:spPr>
          <a:xfrm>
            <a:off x="580158" y="796203"/>
            <a:ext cx="6141187" cy="5196757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D7BB3C1-746A-D05B-3C43-FBC39E8D78F9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501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05939-3DBC-DCF1-F9BB-0C53E3D86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A309D-DA5E-8194-0A5A-66AA33F9B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 err="1">
                <a:latin typeface="Consolas" panose="020B0609020204030204" pitchFamily="49" charset="0"/>
              </a:rPr>
              <a:t>utils.h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4CCDAD-2AE2-0544-85CB-12213776F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8188" y="1711037"/>
            <a:ext cx="4736205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Definimos tanto las constantes como la implementación de </a:t>
            </a:r>
            <a:r>
              <a:rPr lang="es-CO" sz="2400" i="1" dirty="0" err="1">
                <a:latin typeface="LM Roman 10" panose="00000500000000000000" pitchFamily="50" charset="0"/>
                <a:ea typeface="+mn-lt"/>
                <a:cs typeface="+mn-lt"/>
              </a:rPr>
              <a:t>cmath</a:t>
            </a:r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 y </a:t>
            </a:r>
            <a:r>
              <a:rPr lang="es-CO" sz="2400" i="1" dirty="0" err="1">
                <a:latin typeface="LM Roman 10" panose="00000500000000000000" pitchFamily="50" charset="0"/>
                <a:ea typeface="+mn-lt"/>
                <a:cs typeface="+mn-lt"/>
              </a:rPr>
              <a:t>Particle.h</a:t>
            </a:r>
            <a:endParaRPr lang="es-CO" sz="2400" i="1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3C12A0-3176-63D2-5B92-4458CDD5B78B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994C9BA-AC03-5622-9042-074EE8FB2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495" y="3425970"/>
            <a:ext cx="4730464" cy="20980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47178F-3E63-F27F-9802-A05A5C1ED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03" y="966354"/>
            <a:ext cx="6295160" cy="492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55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2D498-C76A-690E-78A7-6821C290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0CF85-5099-C401-B884-95632E38B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 err="1">
                <a:latin typeface="Consolas" panose="020B0609020204030204" pitchFamily="49" charset="0"/>
              </a:rPr>
              <a:t>utils.h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65F5296-2891-B1BC-FC3A-8C8D19289A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8188" y="1711037"/>
            <a:ext cx="4736205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000" b="1" dirty="0">
                <a:latin typeface="LM Roman 10" panose="00000500000000000000" pitchFamily="50" charset="0"/>
              </a:rPr>
              <a:t>Función </a:t>
            </a:r>
            <a:r>
              <a:rPr lang="es-CO" sz="2000" b="1" dirty="0" err="1">
                <a:latin typeface="LM Roman 10" panose="00000500000000000000" pitchFamily="50" charset="0"/>
              </a:rPr>
              <a:t>calcularCampo</a:t>
            </a:r>
            <a:r>
              <a:rPr lang="es-CO" sz="2000" b="1" dirty="0">
                <a:latin typeface="LM Roman 10" panose="00000500000000000000" pitchFamily="50" charset="0"/>
              </a:rPr>
              <a:t>:</a:t>
            </a:r>
          </a:p>
          <a:p>
            <a:r>
              <a:rPr lang="es-CO" sz="2000" b="1" dirty="0">
                <a:latin typeface="LM Roman 10" panose="00000500000000000000" pitchFamily="50" charset="0"/>
              </a:rPr>
              <a:t>Propósito:</a:t>
            </a:r>
            <a:endParaRPr lang="en-US" sz="2000" b="1" dirty="0">
              <a:latin typeface="LM Roman 10" panose="00000500000000000000" pitchFamily="50" charset="0"/>
            </a:endParaRPr>
          </a:p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Calcular el campo eléctrico que una partícula fuente genera en una posición destino.</a:t>
            </a:r>
            <a:endParaRPr lang="es-CO" sz="2000" dirty="0">
              <a:latin typeface="LM Roman 10" panose="00000500000000000000" pitchFamily="50" charset="0"/>
            </a:endParaRPr>
          </a:p>
          <a:p>
            <a:r>
              <a:rPr lang="es-CO" sz="2000" b="1" dirty="0">
                <a:latin typeface="LM Roman 10" panose="00000500000000000000" pitchFamily="50" charset="0"/>
              </a:rPr>
              <a:t>Parámetros:</a:t>
            </a:r>
          </a:p>
          <a:p>
            <a:pPr marL="285750" indent="-285750">
              <a:buFont typeface="Arial"/>
              <a:buChar char="•"/>
            </a:pP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fuente: una instancia de </a:t>
            </a:r>
            <a:r>
              <a:rPr lang="es-CO" sz="2000" dirty="0" err="1">
                <a:latin typeface="LM Roman 10" panose="00000500000000000000" pitchFamily="50" charset="0"/>
                <a:ea typeface="+mn-lt"/>
                <a:cs typeface="+mn-lt"/>
              </a:rPr>
              <a:t>Particle</a:t>
            </a: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 que actúa como fuente del campo.</a:t>
            </a:r>
          </a:p>
          <a:p>
            <a:pPr marL="285750" indent="-285750">
              <a:buFont typeface="Arial"/>
              <a:buChar char="•"/>
            </a:pP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destino: un Vector2D que representa la posición donde se evalúa el campo.</a:t>
            </a:r>
            <a:endParaRPr lang="es-CO" sz="2000" dirty="0">
              <a:latin typeface="LM Roman 10" panose="00000500000000000000" pitchFamily="50" charset="0"/>
            </a:endParaRPr>
          </a:p>
          <a:p>
            <a:endParaRPr lang="es-CO" sz="2400" dirty="0">
              <a:latin typeface="Consolas"/>
              <a:ea typeface="+mn-lt"/>
              <a:cs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E9C8842-75F4-A364-38A6-5DF93CBCF776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047F16E-2355-5D76-87DB-96C3CB432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34" y="429491"/>
            <a:ext cx="6374823" cy="590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057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DBA3E-6AAE-AF85-B065-9828FBF2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95D0E-378F-CFD2-BF8B-CB018E1F0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 dirty="0">
                <a:latin typeface="Consolas" panose="020B0609020204030204" pitchFamily="49" charset="0"/>
              </a:rPr>
              <a:t>main.cpp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1ADB05-9B06-BA07-DE3A-E5C70AA4F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0018"/>
            <a:ext cx="4971732" cy="323157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s-CO" sz="2400" dirty="0">
                <a:latin typeface="LM Roman 10" panose="00000500000000000000" pitchFamily="50" charset="0"/>
              </a:rPr>
              <a:t>iostream</a:t>
            </a:r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, </a:t>
            </a:r>
            <a:r>
              <a:rPr lang="es-CO" sz="2400" dirty="0" err="1">
                <a:latin typeface="LM Roman 10" panose="00000500000000000000" pitchFamily="50" charset="0"/>
              </a:rPr>
              <a:t>ofstream</a:t>
            </a:r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: para salida en consola y en archivos.</a:t>
            </a:r>
            <a:endParaRPr lang="en-US" sz="2400" dirty="0">
              <a:latin typeface="LM Roman 10" panose="00000500000000000000" pitchFamily="50" charset="0"/>
            </a:endParaRPr>
          </a:p>
          <a:p>
            <a:pPr marL="285750" indent="-285750">
              <a:buFont typeface="Arial"/>
              <a:buChar char="•"/>
            </a:pPr>
            <a:r>
              <a:rPr lang="es-CO" sz="2400" dirty="0" err="1">
                <a:latin typeface="LM Roman 10" panose="00000500000000000000" pitchFamily="50" charset="0"/>
              </a:rPr>
              <a:t>chrono</a:t>
            </a:r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: para medir cuánto tiempo tarda la simulación.</a:t>
            </a:r>
            <a:endParaRPr lang="es-CO" sz="2400" dirty="0">
              <a:latin typeface="LM Roman 10" panose="00000500000000000000" pitchFamily="50" charset="0"/>
            </a:endParaRPr>
          </a:p>
          <a:p>
            <a:pPr marL="285750" indent="-285750">
              <a:buFont typeface="Arial"/>
              <a:buChar char="•"/>
            </a:pPr>
            <a:r>
              <a:rPr lang="es-CO" sz="2400" dirty="0" err="1">
                <a:latin typeface="LM Roman 10" panose="00000500000000000000" pitchFamily="50" charset="0"/>
              </a:rPr>
              <a:t>Particle.h</a:t>
            </a:r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: define la estructura y lógica de las partículas.</a:t>
            </a:r>
          </a:p>
          <a:p>
            <a:pPr marL="285750" indent="-285750">
              <a:buFont typeface="Arial"/>
              <a:buChar char="•"/>
            </a:pPr>
            <a:r>
              <a:rPr lang="es-CO" sz="2400" dirty="0" err="1">
                <a:latin typeface="LM Roman 10" panose="00000500000000000000" pitchFamily="50" charset="0"/>
              </a:rPr>
              <a:t>utils.h</a:t>
            </a:r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: contiene </a:t>
            </a:r>
            <a:r>
              <a:rPr lang="es-CO" sz="2400" dirty="0" err="1">
                <a:latin typeface="LM Roman 10" panose="00000500000000000000" pitchFamily="50" charset="0"/>
              </a:rPr>
              <a:t>calcularCampo</a:t>
            </a:r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 y constantes físicas.</a:t>
            </a:r>
          </a:p>
          <a:p>
            <a:endParaRPr lang="es-CO" sz="2000" dirty="0">
              <a:latin typeface="LM Roman 10" panose="00000500000000000000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579A7A-2751-4FED-23F6-855CE6FBD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835420"/>
            <a:ext cx="5476695" cy="270077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D57367-EF94-82B4-E94A-B220F86A7251}"/>
              </a:ext>
            </a:extLst>
          </p:cNvPr>
          <p:cNvCxnSpPr/>
          <p:nvPr/>
        </p:nvCxnSpPr>
        <p:spPr>
          <a:xfrm>
            <a:off x="845126" y="2272145"/>
            <a:ext cx="4959926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704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93CA3-E108-052B-253C-33F8E638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14133B-4722-A605-C653-73CFC5103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 dirty="0">
                <a:latin typeface="Consolas" panose="020B0609020204030204" pitchFamily="49" charset="0"/>
              </a:rPr>
              <a:t>main.cpp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8BF76EC-FB24-D032-1748-D72BBE02F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0017"/>
            <a:ext cx="4528387" cy="2893877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s-CO" sz="3100" dirty="0">
                <a:latin typeface="LM Roman 10" panose="00000500000000000000" pitchFamily="50" charset="0"/>
              </a:rPr>
              <a:t>El modelo:</a:t>
            </a:r>
          </a:p>
          <a:p>
            <a:pPr>
              <a:buFont typeface="Arial"/>
              <a:buChar char="•"/>
            </a:pPr>
            <a:r>
              <a:rPr lang="es-CO" sz="3100" dirty="0">
                <a:latin typeface="LM Roman 10" panose="00000500000000000000" pitchFamily="50" charset="0"/>
                <a:ea typeface="+mn-lt"/>
                <a:cs typeface="+mn-lt"/>
              </a:rPr>
              <a:t>p1: un </a:t>
            </a:r>
            <a:r>
              <a:rPr lang="es-CO" sz="3100" b="1" dirty="0">
                <a:latin typeface="LM Roman 10" panose="00000500000000000000" pitchFamily="50" charset="0"/>
                <a:ea typeface="+mn-lt"/>
                <a:cs typeface="+mn-lt"/>
              </a:rPr>
              <a:t>protón</a:t>
            </a:r>
            <a:r>
              <a:rPr lang="es-CO" sz="3100" dirty="0">
                <a:latin typeface="LM Roman 10" panose="00000500000000000000" pitchFamily="50" charset="0"/>
                <a:ea typeface="+mn-lt"/>
                <a:cs typeface="+mn-lt"/>
              </a:rPr>
              <a:t> en el origen, en reposo.</a:t>
            </a:r>
            <a:endParaRPr lang="en-US" sz="3100" dirty="0">
              <a:latin typeface="LM Roman 10" panose="00000500000000000000" pitchFamily="50" charset="0"/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CO" sz="3100" dirty="0">
                <a:latin typeface="LM Roman 10" panose="00000500000000000000" pitchFamily="50" charset="0"/>
              </a:rPr>
              <a:t>p2</a:t>
            </a:r>
            <a:r>
              <a:rPr lang="es-CO" sz="3100" dirty="0">
                <a:latin typeface="LM Roman 10" panose="00000500000000000000" pitchFamily="50" charset="0"/>
                <a:ea typeface="+mn-lt"/>
                <a:cs typeface="+mn-lt"/>
              </a:rPr>
              <a:t>: un </a:t>
            </a:r>
            <a:r>
              <a:rPr lang="es-CO" sz="3100" b="1" dirty="0">
                <a:latin typeface="LM Roman 10" panose="00000500000000000000" pitchFamily="50" charset="0"/>
                <a:ea typeface="+mn-lt"/>
                <a:cs typeface="+mn-lt"/>
              </a:rPr>
              <a:t>electrón</a:t>
            </a:r>
            <a:r>
              <a:rPr lang="es-CO" sz="3100" dirty="0">
                <a:latin typeface="LM Roman 10" panose="00000500000000000000" pitchFamily="50" charset="0"/>
                <a:ea typeface="+mn-lt"/>
                <a:cs typeface="+mn-lt"/>
              </a:rPr>
              <a:t> a una distancia típica del radio de Bohr (5.29e-11</a:t>
            </a:r>
            <a:r>
              <a:rPr lang="es-CO" sz="3100" dirty="0">
                <a:latin typeface="LM Roman 10" panose="00000500000000000000" pitchFamily="50" charset="0"/>
              </a:rPr>
              <a:t> m</a:t>
            </a:r>
            <a:r>
              <a:rPr lang="es-CO" sz="3100" dirty="0">
                <a:latin typeface="LM Roman 10" panose="00000500000000000000" pitchFamily="50" charset="0"/>
                <a:ea typeface="+mn-lt"/>
                <a:cs typeface="+mn-lt"/>
              </a:rPr>
              <a:t>) y con la velocidad orbital típica (2.19e6 m/s).</a:t>
            </a:r>
            <a:endParaRPr lang="es-CO" sz="3100" dirty="0">
              <a:latin typeface="LM Roman 10" panose="00000500000000000000" pitchFamily="50" charset="0"/>
            </a:endParaRPr>
          </a:p>
          <a:p>
            <a:r>
              <a:rPr lang="es-CO" sz="3100" dirty="0">
                <a:latin typeface="LM Roman 10" panose="00000500000000000000" pitchFamily="50" charset="0"/>
                <a:ea typeface="+mn-lt"/>
                <a:cs typeface="+mn-lt"/>
              </a:rPr>
              <a:t>Una órbita atómica muy simplificada.</a:t>
            </a:r>
            <a:endParaRPr lang="es-CO" sz="3100" dirty="0">
              <a:latin typeface="LM Roman 10" panose="00000500000000000000" pitchFamily="50" charset="0"/>
            </a:endParaRPr>
          </a:p>
          <a:p>
            <a:r>
              <a:rPr lang="es-CO" sz="3100" dirty="0">
                <a:latin typeface="LM Roman 10" panose="00000500000000000000" pitchFamily="50" charset="0"/>
                <a:ea typeface="+mn-lt"/>
                <a:cs typeface="+mn-lt"/>
              </a:rPr>
              <a:t>Así mismo los parámetros de integración, las salidas en archivos de texto y medición del tiempo que toma la simulación completa para fines de benchmarking o análisis de rendimiento.</a:t>
            </a:r>
            <a:endParaRPr lang="es-CO" sz="2000" dirty="0">
              <a:latin typeface="Aptos" panose="02110004020202020204"/>
            </a:endParaRPr>
          </a:p>
          <a:p>
            <a:endParaRPr lang="es-CO" sz="2000" dirty="0">
              <a:latin typeface="LM Roman 10" panose="00000500000000000000" pitchFamily="50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A1CB98E-A1D1-AFEF-131E-5318822607BF}"/>
              </a:ext>
            </a:extLst>
          </p:cNvPr>
          <p:cNvCxnSpPr/>
          <p:nvPr/>
        </p:nvCxnSpPr>
        <p:spPr>
          <a:xfrm>
            <a:off x="845126" y="2272145"/>
            <a:ext cx="4516581" cy="27708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772612A-BA01-7A81-CAEA-5B5EFD9DE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734" y="1046018"/>
            <a:ext cx="6388677" cy="507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893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B48CB-0663-6DB9-E676-864C1ADE0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85C73-9323-CAA6-9BD5-50C24CF9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510" y="-140134"/>
            <a:ext cx="4727575" cy="1600200"/>
          </a:xfrm>
        </p:spPr>
        <p:txBody>
          <a:bodyPr/>
          <a:lstStyle/>
          <a:p>
            <a:r>
              <a:rPr lang="es-CO" b="1" dirty="0">
                <a:latin typeface="Consolas" panose="020B0609020204030204" pitchFamily="49" charset="0"/>
              </a:rPr>
              <a:t>main.cpp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5971A03-0C62-1C13-EC3F-592DF414A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0704" y="1768908"/>
            <a:ext cx="4528387" cy="478905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Para cada paso de tiempo:</a:t>
            </a:r>
            <a:endParaRPr lang="en-US" sz="2000" dirty="0">
              <a:latin typeface="LM Roman 10" panose="00000500000000000000" pitchFamily="50" charset="0"/>
            </a:endParaRPr>
          </a:p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    Calcular el campo eléctrico que p1 genera en la posición de p2 → E1</a:t>
            </a:r>
            <a:endParaRPr lang="es-CO" sz="2000" dirty="0">
              <a:latin typeface="LM Roman 10" panose="00000500000000000000" pitchFamily="50" charset="0"/>
            </a:endParaRPr>
          </a:p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    Calcular el campo eléctrico que p2 genera en la posición de p1 → E2</a:t>
            </a:r>
            <a:endParaRPr lang="es-CO" sz="2000" dirty="0">
              <a:latin typeface="LM Roman 10" panose="00000500000000000000" pitchFamily="50" charset="0"/>
            </a:endParaRPr>
          </a:p>
          <a:p>
            <a:endParaRPr lang="es-CO" sz="2000" dirty="0">
              <a:latin typeface="LM Roman 10" panose="00000500000000000000" pitchFamily="50" charset="0"/>
            </a:endParaRPr>
          </a:p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    Actualizar la velocidad y posición de p1 usando el campo E2</a:t>
            </a:r>
            <a:endParaRPr lang="es-CO" sz="2000" dirty="0">
              <a:latin typeface="LM Roman 10" panose="00000500000000000000" pitchFamily="50" charset="0"/>
            </a:endParaRPr>
          </a:p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    Actualizar la velocidad y posición de p2 usando el campo E1</a:t>
            </a:r>
            <a:endParaRPr lang="es-CO" sz="2000" dirty="0">
              <a:latin typeface="LM Roman 10" panose="00000500000000000000" pitchFamily="50" charset="0"/>
            </a:endParaRPr>
          </a:p>
          <a:p>
            <a:endParaRPr lang="es-CO" sz="2000" dirty="0">
              <a:latin typeface="LM Roman 10" panose="00000500000000000000" pitchFamily="50" charset="0"/>
            </a:endParaRPr>
          </a:p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    Mostrar posiciones en consola</a:t>
            </a:r>
            <a:endParaRPr lang="es-CO" sz="2000" dirty="0">
              <a:latin typeface="LM Roman 10" panose="00000500000000000000" pitchFamily="50" charset="0"/>
            </a:endParaRPr>
          </a:p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    Guardar posiciones en archivos</a:t>
            </a:r>
            <a:endParaRPr lang="es-CO" sz="2000" dirty="0">
              <a:latin typeface="LM Roman 10" panose="00000500000000000000" pitchFamily="50" charset="0"/>
            </a:endParaRPr>
          </a:p>
          <a:p>
            <a:endParaRPr lang="es-CO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s-CO" sz="2000" dirty="0">
              <a:latin typeface="Aptos" panose="02110004020202020204"/>
            </a:endParaRPr>
          </a:p>
          <a:p>
            <a:endParaRPr lang="es-CO" sz="2000" dirty="0">
              <a:latin typeface="LM Roman 10" panose="00000500000000000000" pitchFamily="50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3A1E2E-02F0-3F9D-F6B3-697CE155298E}"/>
              </a:ext>
            </a:extLst>
          </p:cNvPr>
          <p:cNvCxnSpPr/>
          <p:nvPr/>
        </p:nvCxnSpPr>
        <p:spPr>
          <a:xfrm>
            <a:off x="812510" y="1600633"/>
            <a:ext cx="4516581" cy="27708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C18AB46-D34A-D5B1-039A-C930CA32D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463" y="452871"/>
            <a:ext cx="6130637" cy="593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63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E006-D634-C2EC-4307-3BC630473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4D2875-E89E-2647-82F4-98D7F096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 dirty="0">
                <a:latin typeface="Consolas" panose="020B0609020204030204" pitchFamily="49" charset="0"/>
              </a:rPr>
              <a:t>main.cpp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45E626-F448-D311-DA9C-90E92F44DD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0018"/>
            <a:ext cx="4528387" cy="28279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CO" sz="2400" dirty="0">
                <a:latin typeface="LM Roman 10" panose="00000500000000000000" pitchFamily="50" charset="0"/>
                <a:ea typeface="+mn-lt"/>
                <a:cs typeface="+mn-lt"/>
              </a:rPr>
              <a:t>Se detiene el proceso de medición temporal  así mismo se cierran los archivos.</a:t>
            </a:r>
            <a:endParaRPr lang="es-CO" sz="2400" dirty="0">
              <a:latin typeface="LM Roman 10" panose="00000500000000000000" pitchFamily="50" charset="0"/>
            </a:endParaRPr>
          </a:p>
          <a:p>
            <a:endParaRPr lang="es-CO" sz="2400" dirty="0">
              <a:latin typeface="LM Roman 10" panose="00000500000000000000" pitchFamily="50" charset="0"/>
              <a:ea typeface="+mn-lt"/>
              <a:cs typeface="+mn-lt"/>
            </a:endParaRPr>
          </a:p>
          <a:p>
            <a:r>
              <a:rPr lang="es-CO" sz="2400" dirty="0">
                <a:latin typeface="LM Roman 10" panose="00000500000000000000" pitchFamily="50" charset="0"/>
              </a:rPr>
              <a:t>Muestra el tiempo total de simulación.</a:t>
            </a:r>
          </a:p>
          <a:p>
            <a:endParaRPr lang="es-CO" sz="2400" dirty="0">
              <a:latin typeface="Aptos" panose="02110004020202020204"/>
            </a:endParaRPr>
          </a:p>
          <a:p>
            <a:pPr marL="285750" indent="-285750">
              <a:buFont typeface="Arial"/>
              <a:buChar char="•"/>
            </a:pPr>
            <a:endParaRPr lang="es-CO" sz="2400" dirty="0">
              <a:latin typeface="Aptos" panose="02110004020202020204"/>
            </a:endParaRPr>
          </a:p>
          <a:p>
            <a:endParaRPr lang="es-CO" sz="2400" dirty="0">
              <a:latin typeface="LM Roman 10" panose="00000500000000000000" pitchFamily="50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191D0EC-1B16-5E84-1213-65FEB44566E9}"/>
              </a:ext>
            </a:extLst>
          </p:cNvPr>
          <p:cNvCxnSpPr/>
          <p:nvPr/>
        </p:nvCxnSpPr>
        <p:spPr>
          <a:xfrm>
            <a:off x="845126" y="2272145"/>
            <a:ext cx="4516581" cy="27708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3F206B2-73F0-6F03-55FF-E582BEA7F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734" y="1373765"/>
            <a:ext cx="6430241" cy="409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27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B28B8-FDD3-C546-1190-8206E36F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AA4EA-AC77-5EE5-0145-60687B637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 err="1">
                <a:latin typeface="Consolas"/>
              </a:rPr>
              <a:t>makefile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970E3FD-C2EF-9312-B7DE-7C6322E7BA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8188" y="1711037"/>
            <a:ext cx="4736205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000" dirty="0">
                <a:latin typeface="LM Roman 10" panose="00000500000000000000" pitchFamily="50" charset="0"/>
              </a:rPr>
              <a:t>Definimos las banderas tanto  para </a:t>
            </a:r>
            <a:r>
              <a:rPr lang="es-CO" sz="2000" dirty="0" err="1">
                <a:latin typeface="LM Roman 10" panose="00000500000000000000" pitchFamily="50" charset="0"/>
              </a:rPr>
              <a:t>Debug</a:t>
            </a:r>
            <a:r>
              <a:rPr lang="es-CO" sz="2000" dirty="0">
                <a:latin typeface="LM Roman 10" panose="00000500000000000000" pitchFamily="50" charset="0"/>
              </a:rPr>
              <a:t> como para </a:t>
            </a:r>
            <a:r>
              <a:rPr lang="es-CO" sz="2000" dirty="0" err="1">
                <a:latin typeface="LM Roman 10" panose="00000500000000000000" pitchFamily="50" charset="0"/>
              </a:rPr>
              <a:t>Release</a:t>
            </a:r>
            <a:r>
              <a:rPr lang="es-CO" sz="2000" dirty="0">
                <a:latin typeface="LM Roman 10" panose="00000500000000000000" pitchFamily="50" charset="0"/>
              </a:rPr>
              <a:t>:</a:t>
            </a:r>
            <a:endParaRPr lang="en-US" dirty="0">
              <a:latin typeface="LM Roman 10" panose="00000500000000000000" pitchFamily="50" charset="0"/>
            </a:endParaRPr>
          </a:p>
          <a:p>
            <a:pPr marL="285750" indent="-285750">
              <a:buFont typeface="Arial"/>
              <a:buChar char="•"/>
            </a:pP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-g: incluye información de </a:t>
            </a:r>
            <a:r>
              <a:rPr lang="es-CO" sz="2000" b="1" dirty="0">
                <a:latin typeface="LM Roman 10" panose="00000500000000000000" pitchFamily="50" charset="0"/>
                <a:ea typeface="+mn-lt"/>
                <a:cs typeface="+mn-lt"/>
              </a:rPr>
              <a:t>depuración</a:t>
            </a: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 (</a:t>
            </a:r>
            <a:r>
              <a:rPr lang="es-CO" sz="2000" dirty="0" err="1">
                <a:latin typeface="LM Roman 10" panose="00000500000000000000" pitchFamily="50" charset="0"/>
                <a:ea typeface="+mn-lt"/>
                <a:cs typeface="+mn-lt"/>
              </a:rPr>
              <a:t>debug</a:t>
            </a: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 symbols).</a:t>
            </a:r>
            <a:endParaRPr lang="es-CO" dirty="0">
              <a:latin typeface="LM Roman 10" panose="00000500000000000000" pitchFamily="50" charset="0"/>
            </a:endParaRPr>
          </a:p>
          <a:p>
            <a:pPr marL="285750" indent="-285750">
              <a:buFont typeface="Arial"/>
              <a:buChar char="•"/>
            </a:pP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-O0: </a:t>
            </a:r>
            <a:r>
              <a:rPr lang="es-CO" sz="2000" b="1" dirty="0">
                <a:latin typeface="LM Roman 10" panose="00000500000000000000" pitchFamily="50" charset="0"/>
                <a:ea typeface="+mn-lt"/>
                <a:cs typeface="+mn-lt"/>
              </a:rPr>
              <a:t>sin optimizaciones</a:t>
            </a: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 del compilador → más lento, pero más fácil de rastrear errores.</a:t>
            </a:r>
            <a:endParaRPr lang="es-CO" dirty="0">
              <a:latin typeface="LM Roman 10" panose="00000500000000000000" pitchFamily="50" charset="0"/>
            </a:endParaRPr>
          </a:p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Usado para:</a:t>
            </a:r>
            <a:endParaRPr lang="es-CO" dirty="0">
              <a:latin typeface="LM Roman 10" panose="00000500000000000000" pitchFamily="50" charset="0"/>
            </a:endParaRPr>
          </a:p>
          <a:p>
            <a:pPr marL="285750" indent="-285750">
              <a:buFont typeface="Arial"/>
              <a:buChar char="•"/>
            </a:pP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Ver fallos con </a:t>
            </a:r>
            <a:r>
              <a:rPr lang="es-CO" sz="2000" dirty="0" err="1">
                <a:latin typeface="LM Roman 10" panose="00000500000000000000" pitchFamily="50" charset="0"/>
                <a:ea typeface="+mn-lt"/>
                <a:cs typeface="+mn-lt"/>
              </a:rPr>
              <a:t>gdb</a:t>
            </a: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s-CO" dirty="0">
              <a:latin typeface="LM Roman 10" panose="00000500000000000000" pitchFamily="50" charset="0"/>
            </a:endParaRPr>
          </a:p>
          <a:p>
            <a:pPr marL="285750" indent="-285750">
              <a:buFont typeface="Arial"/>
              <a:buChar char="•"/>
            </a:pP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Estudiar línea por línea lo que hace el programa.</a:t>
            </a:r>
            <a:endParaRPr lang="es-CO" dirty="0">
              <a:latin typeface="LM Roman 10" panose="00000500000000000000" pitchFamily="50" charset="0"/>
            </a:endParaRPr>
          </a:p>
          <a:p>
            <a:endParaRPr lang="es-CO" sz="2000" b="1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s-CO" sz="2400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772C0B-0D79-0D0E-1EA4-89ACB3CA5109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9872036-232C-9DFA-DFB4-99C1C38F2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55" y="1223097"/>
            <a:ext cx="5017943" cy="441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234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D792-7453-2C4A-09FA-C7A2BA368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1CBC62-28FC-DB17-2E39-D659F22CE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 err="1">
                <a:latin typeface="Consolas"/>
              </a:rPr>
              <a:t>makefile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04A8068-3D96-AE38-0F7C-63E1ED69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8188" y="1711037"/>
            <a:ext cx="4736205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-O3: nivel de optimización más alto. El compilador reordena y mejora código agresivamente para que </a:t>
            </a:r>
            <a:r>
              <a:rPr lang="es-CO" sz="2200" b="1" dirty="0">
                <a:latin typeface="LM Roman 10" panose="00000500000000000000" pitchFamily="50" charset="0"/>
                <a:ea typeface="+mn-lt"/>
                <a:cs typeface="+mn-lt"/>
              </a:rPr>
              <a:t>corra rápido</a:t>
            </a: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n-US" sz="2200" dirty="0">
              <a:latin typeface="LM Roman 10" panose="00000500000000000000" pitchFamily="50" charset="0"/>
              <a:ea typeface="+mn-lt"/>
              <a:cs typeface="+mn-lt"/>
            </a:endParaRPr>
          </a:p>
          <a:p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Usado para:</a:t>
            </a:r>
          </a:p>
          <a:p>
            <a:pPr marL="285750" indent="-285750">
              <a:buFont typeface="Arial"/>
              <a:buChar char="•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Producción.</a:t>
            </a:r>
            <a:endParaRPr lang="es-CO" sz="2200" dirty="0">
              <a:latin typeface="LM Roman 10" panose="00000500000000000000" pitchFamily="50" charset="0"/>
            </a:endParaRPr>
          </a:p>
          <a:p>
            <a:pPr marL="285750" indent="-285750">
              <a:buFont typeface="Arial"/>
              <a:buChar char="•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Benchmarking de velocidad.</a:t>
            </a:r>
          </a:p>
          <a:p>
            <a:pPr marL="285750" indent="-285750">
              <a:buFont typeface="Arial"/>
              <a:buChar char="•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Comparaciones de eficiencia.</a:t>
            </a:r>
          </a:p>
          <a:p>
            <a:r>
              <a:rPr lang="es-CO" sz="2200" dirty="0">
                <a:latin typeface="LM Roman 10" panose="00000500000000000000" pitchFamily="50" charset="0"/>
              </a:rPr>
              <a:t>N será el número de ejecuciones para comparar rendimientos</a:t>
            </a:r>
          </a:p>
          <a:p>
            <a:endParaRPr lang="es-CO" sz="2200" b="1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s-CO" sz="2200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44D6383-330D-AC82-DD1A-F0218FE345EE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C03AC76-B370-B29A-9283-0CC31615B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355" y="1223097"/>
            <a:ext cx="5017943" cy="441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45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1E300-843A-3685-F5C2-D0AFB96B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1E132B-2516-50F8-BF1B-CA01760DA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 err="1">
                <a:latin typeface="Consolas"/>
              </a:rPr>
              <a:t>makefile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1CA4EF-91FE-962A-A0B4-8B080FB9A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79558" y="1625312"/>
            <a:ext cx="4736205" cy="211888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Ordenes de ejecución por consola para compilar en ambos modos.</a:t>
            </a:r>
            <a:endParaRPr lang="en-US" sz="2200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s-CO" sz="2200" dirty="0">
                <a:latin typeface="LM Roman 10" panose="00000500000000000000" pitchFamily="50" charset="0"/>
              </a:rPr>
              <a:t>Limpieza de archivos binarios y resultados previos.</a:t>
            </a:r>
          </a:p>
          <a:p>
            <a:pPr marL="285750" indent="-285750">
              <a:buFont typeface="Arial"/>
              <a:buChar char="•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Ejecución de </a:t>
            </a:r>
            <a:r>
              <a:rPr lang="es-CO" sz="2200" dirty="0" err="1">
                <a:latin typeface="LM Roman 10" panose="00000500000000000000" pitchFamily="50" charset="0"/>
                <a:ea typeface="+mn-lt"/>
                <a:cs typeface="+mn-lt"/>
              </a:rPr>
              <a:t>Debug</a:t>
            </a: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 y de </a:t>
            </a:r>
            <a:r>
              <a:rPr lang="es-CO" sz="2200" dirty="0" err="1">
                <a:latin typeface="LM Roman 10" panose="00000500000000000000" pitchFamily="50" charset="0"/>
                <a:ea typeface="+mn-lt"/>
                <a:cs typeface="+mn-lt"/>
              </a:rPr>
              <a:t>Release</a:t>
            </a: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</a:p>
          <a:p>
            <a:endParaRPr lang="es-CO" sz="2200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s-CO" sz="2200" b="1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s-CO" sz="2200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648E04D-7167-DFE5-1D99-B84F00C18BAD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FC4D252-E754-AD7E-C5BB-28FD14133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07" y="332510"/>
            <a:ext cx="6051568" cy="619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154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A32D-BCC8-C3BB-23AB-F051871A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7A795-7474-80F3-3659-6A50DD391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 err="1">
                <a:latin typeface="Consolas"/>
              </a:rPr>
              <a:t>makefile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D3B53CC-CE0A-C1E9-718F-2BE0459ED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8188" y="1711037"/>
            <a:ext cx="4874750" cy="381158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85750" indent="-285750">
              <a:buFont typeface="Arial"/>
              <a:buChar char="•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La regla </a:t>
            </a:r>
            <a:r>
              <a:rPr lang="es-CO" sz="2200" dirty="0" err="1">
                <a:latin typeface="LM Roman 10" panose="00000500000000000000" pitchFamily="50" charset="0"/>
                <a:ea typeface="+mn-lt"/>
                <a:cs typeface="+mn-lt"/>
              </a:rPr>
              <a:t>test_timing</a:t>
            </a: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 ejecuta </a:t>
            </a:r>
            <a:r>
              <a:rPr lang="es-CO" sz="2200" b="1" dirty="0">
                <a:latin typeface="LM Roman 10" panose="00000500000000000000" pitchFamily="50" charset="0"/>
                <a:ea typeface="+mn-lt"/>
                <a:cs typeface="+mn-lt"/>
              </a:rPr>
              <a:t>100 veces</a:t>
            </a: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 el binario en ambos modos y guarda los tiempos en dos archivos:</a:t>
            </a:r>
            <a:endParaRPr lang="en-US" sz="2200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s-CO" sz="2200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 tiempos_debug.txt</a:t>
            </a:r>
          </a:p>
          <a:p>
            <a:pPr lvl="1">
              <a:buFont typeface="Courier New"/>
              <a:buChar char="o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 tiempos_release.txt</a:t>
            </a:r>
            <a:endParaRPr lang="es-CO" sz="2200" dirty="0">
              <a:latin typeface="LM Roman 10" panose="00000500000000000000" pitchFamily="50" charset="0"/>
            </a:endParaRPr>
          </a:p>
          <a:p>
            <a:pPr lvl="1"/>
            <a:endParaRPr lang="es-CO" sz="1800" dirty="0">
              <a:latin typeface="LM Roman 10" panose="00000500000000000000" pitchFamily="50" charset="0"/>
            </a:endParaRPr>
          </a:p>
          <a:p>
            <a:r>
              <a:rPr lang="es-CO" sz="2200" b="1" dirty="0">
                <a:latin typeface="LM Roman 10" panose="00000500000000000000" pitchFamily="50" charset="0"/>
              </a:rPr>
              <a:t>¿Cómo captura el tiempo?</a:t>
            </a:r>
            <a:endParaRPr lang="es-CO" sz="2200" b="1" dirty="0">
              <a:latin typeface="LM Roman 10" panose="00000500000000000000" pitchFamily="50" charset="0"/>
              <a:ea typeface="+mn-lt"/>
              <a:cs typeface="+mn-lt"/>
            </a:endParaRPr>
          </a:p>
          <a:p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Busca en la salida del programa la línea:</a:t>
            </a:r>
            <a:endParaRPr lang="es-CO" sz="2200" dirty="0">
              <a:latin typeface="LM Roman 10" panose="00000500000000000000" pitchFamily="50" charset="0"/>
            </a:endParaRPr>
          </a:p>
          <a:p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 Tiempo total de simulación: X.XXXXXX s</a:t>
            </a:r>
          </a:p>
          <a:p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Y con grep -</a:t>
            </a:r>
            <a:r>
              <a:rPr lang="es-CO" sz="2200" dirty="0" err="1">
                <a:latin typeface="LM Roman 10" panose="00000500000000000000" pitchFamily="50" charset="0"/>
                <a:ea typeface="+mn-lt"/>
                <a:cs typeface="+mn-lt"/>
              </a:rPr>
              <a:t>oP</a:t>
            </a: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, extrae justo el número (X.XXXXXX).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87BB019-D6A4-D3B3-F8EA-F61520C85E16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59EACAD-6498-7750-3C67-F075CD3F8D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96" y="850324"/>
            <a:ext cx="5990791" cy="511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BF376-DCBF-A534-658A-4734E8D4B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3EEB38-F8D3-69EE-2F0A-97CDF5C5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 err="1">
                <a:latin typeface="Consolas"/>
              </a:rPr>
              <a:t>makefile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DE9C25-DA55-9C5A-8ACD-CD8E85A32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8188" y="1711037"/>
            <a:ext cx="4874750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Con este fragmento dentro del mismo </a:t>
            </a:r>
            <a:r>
              <a:rPr lang="es-CO" sz="2000" dirty="0" err="1">
                <a:latin typeface="LM Roman 10" panose="00000500000000000000" pitchFamily="50" charset="0"/>
                <a:ea typeface="+mn-lt"/>
                <a:cs typeface="+mn-lt"/>
              </a:rPr>
              <a:t>makefile</a:t>
            </a: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 podemos graficar los promedios temporales de ambos modos de compilación.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78F4342-3A0A-C741-5084-B8F1B9B6B94F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EDC19E2-8E23-1CAA-83F3-59FA8F16C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00" y="637309"/>
            <a:ext cx="6145547" cy="558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011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A9FD-A82E-A832-8E3F-1FDECE16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D8F978-0349-2DEE-176F-90C904A03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 err="1">
                <a:latin typeface="Consolas"/>
              </a:rPr>
              <a:t>makefile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7BBF92-B437-678F-F926-E3671FFC5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8188" y="1711037"/>
            <a:ext cx="4874750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Con este fragmento dentro del mismo </a:t>
            </a:r>
            <a:r>
              <a:rPr lang="es-CO" sz="2000" dirty="0" err="1">
                <a:latin typeface="LM Roman 10" panose="00000500000000000000" pitchFamily="50" charset="0"/>
                <a:ea typeface="+mn-lt"/>
                <a:cs typeface="+mn-lt"/>
              </a:rPr>
              <a:t>makefile</a:t>
            </a: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 podemos graficar trayectorias XY de las partículas.</a:t>
            </a:r>
          </a:p>
          <a:p>
            <a:endParaRPr lang="es-CO" sz="2000" dirty="0">
              <a:latin typeface="LM Roman 10" panose="00000500000000000000" pitchFamily="50" charset="0"/>
              <a:ea typeface="+mn-lt"/>
              <a:cs typeface="+mn-lt"/>
            </a:endParaRPr>
          </a:p>
          <a:p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Luego la ejecución de los diferentes archivos quedan compactados de la siguiente manera: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4602516-59B0-F0BE-2E86-70B8377BA095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232D9F2-891B-16FC-EB9A-CAED1AFDF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81" y="519545"/>
            <a:ext cx="6121112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43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D5AB1-6FA7-CA95-322D-23283099A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14EB52D-2CA2-ADE9-88B4-EF11EAD20A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4973030"/>
              </p:ext>
            </p:extLst>
          </p:nvPr>
        </p:nvGraphicFramePr>
        <p:xfrm>
          <a:off x="914399" y="955963"/>
          <a:ext cx="10371534" cy="49517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5767">
                  <a:extLst>
                    <a:ext uri="{9D8B030D-6E8A-4147-A177-3AD203B41FA5}">
                      <a16:colId xmlns:a16="http://schemas.microsoft.com/office/drawing/2014/main" val="1800095889"/>
                    </a:ext>
                  </a:extLst>
                </a:gridCol>
                <a:gridCol w="5185767">
                  <a:extLst>
                    <a:ext uri="{9D8B030D-6E8A-4147-A177-3AD203B41FA5}">
                      <a16:colId xmlns:a16="http://schemas.microsoft.com/office/drawing/2014/main" val="913200596"/>
                    </a:ext>
                  </a:extLst>
                </a:gridCol>
              </a:tblGrid>
              <a:tr h="550190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LM Roman 10" panose="00000500000000000000" pitchFamily="50" charset="0"/>
                        </a:rPr>
                        <a:t>Objetivo</a:t>
                      </a:r>
                      <a:endParaRPr lang="en-US" dirty="0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err="1">
                          <a:latin typeface="LM Roman 10" panose="00000500000000000000" pitchFamily="50" charset="0"/>
                        </a:rPr>
                        <a:t>Comando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59767"/>
                  </a:ext>
                </a:extLst>
              </a:tr>
              <a:tr h="5501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 err="1">
                          <a:latin typeface="LM Roman 10" panose="00000500000000000000" pitchFamily="50" charset="0"/>
                        </a:rPr>
                        <a:t>Compilar</a:t>
                      </a: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 (Debug)</a:t>
                      </a:r>
                      <a:endParaRPr lang="en-US" dirty="0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LM Roman 10" panose="00000500000000000000" pitchFamily="50" charset="0"/>
                        </a:rPr>
                        <a:t>`make debug`</a:t>
                      </a:r>
                      <a:endParaRPr lang="en-US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8645047"/>
                  </a:ext>
                </a:extLst>
              </a:tr>
              <a:tr h="5501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 err="1">
                          <a:latin typeface="LM Roman 10" panose="00000500000000000000" pitchFamily="50" charset="0"/>
                        </a:rPr>
                        <a:t>Compilar</a:t>
                      </a: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 (Release)</a:t>
                      </a:r>
                      <a:endParaRPr lang="en-US" dirty="0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LM Roman 10" panose="00000500000000000000" pitchFamily="50" charset="0"/>
                        </a:rPr>
                        <a:t>`make release`</a:t>
                      </a:r>
                      <a:endParaRPr lang="en-US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1370609"/>
                  </a:ext>
                </a:extLst>
              </a:tr>
              <a:tr h="5501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 err="1">
                          <a:latin typeface="LM Roman 10" panose="00000500000000000000" pitchFamily="50" charset="0"/>
                        </a:rPr>
                        <a:t>Ejecutar</a:t>
                      </a: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 (Debug)</a:t>
                      </a:r>
                      <a:endParaRPr lang="en-US" dirty="0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`make </a:t>
                      </a:r>
                      <a:r>
                        <a:rPr lang="en-US" sz="1800" b="0" i="0" u="none" strike="noStrike" noProof="0" dirty="0" err="1">
                          <a:latin typeface="LM Roman 10" panose="00000500000000000000" pitchFamily="50" charset="0"/>
                        </a:rPr>
                        <a:t>run_debug</a:t>
                      </a: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`</a:t>
                      </a:r>
                      <a:endParaRPr lang="en-US" dirty="0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793543"/>
                  </a:ext>
                </a:extLst>
              </a:tr>
              <a:tr h="5501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Ejecutar</a:t>
                      </a:r>
                      <a:r>
                        <a:rPr lang="en-US" sz="1800" b="0" i="0" u="none" strike="noStrike" noProof="0">
                          <a:latin typeface="LM Roman 10" panose="00000500000000000000" pitchFamily="50" charset="0"/>
                        </a:rPr>
                        <a:t> (Release)</a:t>
                      </a:r>
                      <a:endParaRPr lang="en-US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`make </a:t>
                      </a:r>
                      <a:r>
                        <a:rPr lang="en-US" sz="1800" b="0" i="0" u="none" strike="noStrike" noProof="0" dirty="0" err="1">
                          <a:latin typeface="LM Roman 10" panose="00000500000000000000" pitchFamily="50" charset="0"/>
                        </a:rPr>
                        <a:t>run_release</a:t>
                      </a: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`</a:t>
                      </a:r>
                      <a:endParaRPr lang="en-US" dirty="0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7806269"/>
                  </a:ext>
                </a:extLst>
              </a:tr>
              <a:tr h="5501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Medir</a:t>
                      </a:r>
                      <a:r>
                        <a:rPr lang="en-US" sz="1800" b="0" i="0" u="none" strike="noStrike" noProof="0">
                          <a:latin typeface="LM Roman 10" panose="00000500000000000000" pitchFamily="50" charset="0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tiempos</a:t>
                      </a:r>
                      <a:endParaRPr lang="en-US" err="1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LM Roman 10" panose="00000500000000000000" pitchFamily="50" charset="0"/>
                        </a:rPr>
                        <a:t>`make </a:t>
                      </a: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test_timing</a:t>
                      </a:r>
                      <a:r>
                        <a:rPr lang="en-US" sz="1800" b="0" i="0" u="none" strike="noStrike" noProof="0">
                          <a:latin typeface="LM Roman 10" panose="00000500000000000000" pitchFamily="50" charset="0"/>
                        </a:rPr>
                        <a:t>`</a:t>
                      </a:r>
                      <a:endParaRPr lang="en-US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561613"/>
                  </a:ext>
                </a:extLst>
              </a:tr>
              <a:tr h="5501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Graficar</a:t>
                      </a:r>
                      <a:r>
                        <a:rPr lang="en-US" sz="1800" b="0" i="0" u="none" strike="noStrike" noProof="0">
                          <a:latin typeface="LM Roman 10" panose="00000500000000000000" pitchFamily="50" charset="0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comparación</a:t>
                      </a:r>
                      <a:endParaRPr lang="en-US" err="1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`make graph`</a:t>
                      </a:r>
                      <a:endParaRPr lang="en-US" dirty="0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835220"/>
                  </a:ext>
                </a:extLst>
              </a:tr>
              <a:tr h="5501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Graficar</a:t>
                      </a:r>
                      <a:r>
                        <a:rPr lang="en-US" sz="1800" b="0" i="0" u="none" strike="noStrike" noProof="0">
                          <a:latin typeface="LM Roman 10" panose="00000500000000000000" pitchFamily="50" charset="0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trayectorias</a:t>
                      </a:r>
                      <a:endParaRPr lang="en-US" err="1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`make </a:t>
                      </a:r>
                      <a:r>
                        <a:rPr lang="en-US" sz="1800" b="0" i="0" u="none" strike="noStrike" noProof="0" dirty="0" err="1">
                          <a:latin typeface="LM Roman 10" panose="00000500000000000000" pitchFamily="50" charset="0"/>
                        </a:rPr>
                        <a:t>plot_positions</a:t>
                      </a: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`</a:t>
                      </a:r>
                      <a:endParaRPr lang="en-US" dirty="0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4118363"/>
                  </a:ext>
                </a:extLst>
              </a:tr>
              <a:tr h="55019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Limpiar</a:t>
                      </a:r>
                      <a:r>
                        <a:rPr lang="en-US" sz="1800" b="0" i="0" u="none" strike="noStrike" noProof="0">
                          <a:latin typeface="LM Roman 10" panose="00000500000000000000" pitchFamily="50" charset="0"/>
                        </a:rPr>
                        <a:t> </a:t>
                      </a:r>
                      <a:r>
                        <a:rPr lang="en-US" sz="1800" b="0" i="0" u="none" strike="noStrike" noProof="0" err="1">
                          <a:latin typeface="LM Roman 10" panose="00000500000000000000" pitchFamily="50" charset="0"/>
                        </a:rPr>
                        <a:t>archivos</a:t>
                      </a:r>
                      <a:endParaRPr lang="en-US" err="1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LM Roman 10" panose="00000500000000000000" pitchFamily="50" charset="0"/>
                        </a:rPr>
                        <a:t>`make clean`</a:t>
                      </a:r>
                      <a:endParaRPr lang="en-US" dirty="0">
                        <a:latin typeface="LM Roman 10" panose="00000500000000000000" pitchFamily="50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4629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9117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01F028-0805-DECD-B7D0-39D417293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latin typeface="LM Roman 10" panose="00000500000000000000" pitchFamily="50" charset="0"/>
              </a:rPr>
              <a:t>Resultados de una muestra de datos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B20C300-1B2B-5218-2FB9-CDBA3218B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latin typeface="LM Roman 10"/>
              </a:rPr>
              <a:t>Primeras condiciones con </a:t>
            </a:r>
            <a:r>
              <a:rPr lang="es-CO" dirty="0" err="1">
                <a:latin typeface="LM Roman 10"/>
              </a:rPr>
              <a:t>Debug</a:t>
            </a:r>
            <a:r>
              <a:rPr lang="es-CO" dirty="0">
                <a:latin typeface="LM Roman 10"/>
              </a:rPr>
              <a:t> y </a:t>
            </a:r>
            <a:r>
              <a:rPr lang="es-CO" dirty="0" err="1">
                <a:latin typeface="LM Roman 10"/>
              </a:rPr>
              <a:t>Release</a:t>
            </a:r>
            <a:r>
              <a:rPr lang="es-CO" dirty="0">
                <a:latin typeface="LM Roman 1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latin typeface="LM Roman 10"/>
              </a:rPr>
              <a:t>Segundas condiciones con </a:t>
            </a:r>
            <a:r>
              <a:rPr lang="es-CO" dirty="0" err="1">
                <a:latin typeface="LM Roman 10"/>
              </a:rPr>
              <a:t>Debug</a:t>
            </a:r>
            <a:r>
              <a:rPr lang="es-CO" dirty="0">
                <a:latin typeface="LM Roman 10"/>
              </a:rPr>
              <a:t> y </a:t>
            </a:r>
            <a:r>
              <a:rPr lang="es-CO" dirty="0" err="1">
                <a:latin typeface="LM Roman 10"/>
              </a:rPr>
              <a:t>Release</a:t>
            </a:r>
            <a:r>
              <a:rPr lang="es-CO" dirty="0">
                <a:latin typeface="LM Roman 1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latin typeface="LM Roman 10"/>
              </a:rPr>
              <a:t>Tiempos promedios en el cálculo.</a:t>
            </a:r>
          </a:p>
        </p:txBody>
      </p:sp>
    </p:spTree>
    <p:extLst>
      <p:ext uri="{BB962C8B-B14F-4D97-AF65-F5344CB8AC3E}">
        <p14:creationId xmlns:p14="http://schemas.microsoft.com/office/powerpoint/2010/main" val="3435819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41BDC-D62E-0BC9-7CC9-B57905C6F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6361"/>
            <a:ext cx="10515600" cy="903205"/>
          </a:xfrm>
        </p:spPr>
        <p:txBody>
          <a:bodyPr>
            <a:normAutofit/>
          </a:bodyPr>
          <a:lstStyle/>
          <a:p>
            <a:pPr algn="ctr"/>
            <a:r>
              <a:rPr lang="es-ES" sz="4800" dirty="0">
                <a:latin typeface="LM Roman 10" panose="00000500000000000000" pitchFamily="50" charset="0"/>
              </a:rPr>
              <a:t>Primeras Condiciones: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69D123-E496-9724-6045-3A30BF5E8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3246" y="3245310"/>
            <a:ext cx="1051560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LM Roman 10" panose="00000500000000000000" pitchFamily="50" charset="0"/>
                <a:ea typeface="+mn-lt"/>
                <a:cs typeface="+mn-lt"/>
              </a:rPr>
              <a:t>0.0430961 s </a:t>
            </a:r>
            <a:r>
              <a:rPr lang="es-ES" dirty="0">
                <a:latin typeface="LM Roman 10" panose="00000500000000000000" pitchFamily="50" charset="0"/>
              </a:rPr>
              <a:t>  Tiempo total de la simulación   </a:t>
            </a:r>
            <a:r>
              <a:rPr lang="es-ES" dirty="0">
                <a:latin typeface="LM Roman 10" panose="00000500000000000000" pitchFamily="50" charset="0"/>
                <a:ea typeface="+mn-lt"/>
                <a:cs typeface="+mn-lt"/>
              </a:rPr>
              <a:t> 0.0213519 s</a:t>
            </a:r>
          </a:p>
          <a:p>
            <a:r>
              <a:rPr lang="es-ES" dirty="0">
                <a:latin typeface="LM Roman 10" panose="00000500000000000000" pitchFamily="50" charset="0"/>
                <a:ea typeface="+mn-lt"/>
                <a:cs typeface="+mn-lt"/>
              </a:rPr>
              <a:t>2.97 ms    Tiempo promedio de la simulación    2.61 ms</a:t>
            </a:r>
            <a:endParaRPr lang="en-US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3D288BFB-9F2F-13B9-A7CF-C8F7C9F25987}"/>
              </a:ext>
            </a:extLst>
          </p:cNvPr>
          <p:cNvSpPr txBox="1">
            <a:spLocks/>
          </p:cNvSpPr>
          <p:nvPr/>
        </p:nvSpPr>
        <p:spPr>
          <a:xfrm>
            <a:off x="-572426" y="2014537"/>
            <a:ext cx="6141522" cy="9032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err="1">
                <a:latin typeface="Palatino Linotype"/>
              </a:rPr>
              <a:t>Debug</a:t>
            </a:r>
            <a:endParaRPr lang="es-ES" sz="360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1BF1F26-5A44-1AFD-B17D-A982DAEE2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361" y="1319398"/>
            <a:ext cx="7233804" cy="69619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BC6123E6-6B52-4C98-72C1-FACA9853595D}"/>
              </a:ext>
            </a:extLst>
          </p:cNvPr>
          <p:cNvSpPr txBox="1">
            <a:spLocks/>
          </p:cNvSpPr>
          <p:nvPr/>
        </p:nvSpPr>
        <p:spPr>
          <a:xfrm>
            <a:off x="6608225" y="2014537"/>
            <a:ext cx="6141522" cy="9032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dirty="0" err="1">
                <a:latin typeface="Palatino Linotype"/>
              </a:rPr>
              <a:t>Release</a:t>
            </a:r>
            <a:endParaRPr lang="es-ES" sz="3600" dirty="0"/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DC0E792E-BE80-CB02-C37C-489BAA9D8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123" y="4325559"/>
            <a:ext cx="4191000" cy="838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E61FC0C-FAFC-09F2-7657-FDB146D184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972" y="4519613"/>
            <a:ext cx="1935250" cy="33559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78B7F7D-0E51-F635-0646-D93BDDD2A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9252" y="4519613"/>
            <a:ext cx="1979468" cy="32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03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20169BF1-3306-E99B-0D17-3F7B4F4C4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604" y="413349"/>
            <a:ext cx="7620000" cy="5715000"/>
          </a:xfrm>
          <a:prstGeom prst="rect">
            <a:avLst/>
          </a:prstGeom>
        </p:spPr>
      </p:pic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5B34DCBD-EE7F-E372-CD8A-1BDEB4FA3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491" y="420029"/>
            <a:ext cx="2881223" cy="150018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just"/>
            <a:r>
              <a:rPr lang="es-ES" dirty="0">
                <a:latin typeface="LM Roman 10" panose="00000500000000000000" pitchFamily="50" charset="0"/>
                <a:ea typeface="+mn-lt"/>
                <a:cs typeface="+mn-lt"/>
              </a:rPr>
              <a:t>Comparamos el tiempo que tarda el programa en ejecutarse 100 veces en dos modos diferentes de compilación:</a:t>
            </a:r>
            <a:endParaRPr lang="es-ES" dirty="0">
              <a:latin typeface="LM Roman 10" panose="00000500000000000000" pitchFamily="50" charset="0"/>
            </a:endParaRPr>
          </a:p>
          <a:p>
            <a:pPr algn="just"/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DF4DEE79-28FD-FFCE-0579-96E5D327BAA9}"/>
              </a:ext>
            </a:extLst>
          </p:cNvPr>
          <p:cNvSpPr txBox="1">
            <a:spLocks/>
          </p:cNvSpPr>
          <p:nvPr/>
        </p:nvSpPr>
        <p:spPr>
          <a:xfrm>
            <a:off x="259033" y="2384723"/>
            <a:ext cx="2881223" cy="354459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4800" dirty="0">
                <a:latin typeface="LM Roman 10" panose="00000500000000000000" pitchFamily="50" charset="0"/>
              </a:rPr>
              <a:t>🔴 </a:t>
            </a:r>
            <a:r>
              <a:rPr lang="es-ES" sz="4800" dirty="0" err="1">
                <a:latin typeface="LM Roman 10" panose="00000500000000000000" pitchFamily="50" charset="0"/>
              </a:rPr>
              <a:t>Debug</a:t>
            </a:r>
            <a:r>
              <a:rPr lang="es-ES" sz="4800" dirty="0">
                <a:latin typeface="LM Roman 10" panose="00000500000000000000" pitchFamily="50" charset="0"/>
              </a:rPr>
              <a:t>:</a:t>
            </a:r>
          </a:p>
          <a:p>
            <a:pPr marL="285750" indent="-285750" algn="just">
              <a:buFont typeface="Arial"/>
              <a:buChar char="•"/>
            </a:pP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Promedio constante alrededor de ~0.00297 s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,</a:t>
            </a:r>
            <a:endParaRPr lang="es-ES" sz="4800" dirty="0">
              <a:latin typeface="LM Roman 10" panose="00000500000000000000" pitchFamily="50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Tiene </a:t>
            </a: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variaciones más grandes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 al inicio y en medio de la ejecución.</a:t>
            </a:r>
            <a:endParaRPr lang="es-ES" sz="4800" dirty="0">
              <a:latin typeface="LM Roman 10" panose="00000500000000000000" pitchFamily="50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s-ES" sz="4800" b="1" dirty="0" err="1">
                <a:latin typeface="LM Roman 10" panose="00000500000000000000" pitchFamily="50" charset="0"/>
                <a:ea typeface="+mn-lt"/>
                <a:cs typeface="+mn-lt"/>
              </a:rPr>
              <a:t>Codigo</a:t>
            </a: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 mas pesado</a:t>
            </a:r>
            <a:endParaRPr lang="es-ES" sz="4800" dirty="0">
              <a:latin typeface="LM Roman 10" panose="00000500000000000000" pitchFamily="50" charset="0"/>
            </a:endParaRPr>
          </a:p>
          <a:p>
            <a:pPr algn="just"/>
            <a:br>
              <a:rPr lang="en-US" dirty="0">
                <a:latin typeface="LM Roman 10" panose="00000500000000000000" pitchFamily="50" charset="0"/>
              </a:rPr>
            </a:br>
            <a:endParaRPr lang="en-US" sz="4800" dirty="0">
              <a:latin typeface="LM Roman 10" panose="00000500000000000000" pitchFamily="50" charset="0"/>
            </a:endParaRPr>
          </a:p>
          <a:p>
            <a:pPr algn="just"/>
            <a:r>
              <a:rPr lang="es-ES" sz="4800" dirty="0">
                <a:latin typeface="LM Roman 10" panose="00000500000000000000" pitchFamily="50" charset="0"/>
              </a:rPr>
              <a:t>🔵 </a:t>
            </a:r>
            <a:r>
              <a:rPr lang="es-ES" sz="4800" dirty="0" err="1">
                <a:latin typeface="LM Roman 10" panose="00000500000000000000" pitchFamily="50" charset="0"/>
              </a:rPr>
              <a:t>Release</a:t>
            </a:r>
            <a:r>
              <a:rPr lang="es-ES" sz="4800" dirty="0">
                <a:latin typeface="LM Roman 10" panose="00000500000000000000" pitchFamily="50" charset="0"/>
              </a:rPr>
              <a:t>: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Promedio constante alrededor de ~0.00261 s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,</a:t>
            </a:r>
          </a:p>
          <a:p>
            <a:pPr marL="285750" indent="-285750"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Tiene algunas fluctuaciones al inicio, pero luego es </a:t>
            </a: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más estable y bajo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 que </a:t>
            </a:r>
            <a:r>
              <a:rPr lang="es-ES" sz="4800" dirty="0" err="1">
                <a:latin typeface="LM Roman 10" panose="00000500000000000000" pitchFamily="50" charset="0"/>
                <a:ea typeface="+mn-lt"/>
                <a:cs typeface="+mn-lt"/>
              </a:rPr>
              <a:t>Debug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s-ES" sz="4800" dirty="0">
              <a:latin typeface="LM Roman 10" panose="00000500000000000000" pitchFamily="50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Eliminamos cosas innecesarias y optimiza todo.</a:t>
            </a:r>
            <a:endParaRPr lang="es-ES" sz="4800" dirty="0">
              <a:latin typeface="LM Roman 10" panose="00000500000000000000" pitchFamily="50" charset="0"/>
            </a:endParaRPr>
          </a:p>
          <a:p>
            <a:pPr algn="just"/>
            <a:endParaRPr lang="es-ES" dirty="0">
              <a:latin typeface="LM Roman 10" panose="00000500000000000000" pitchFamily="50" charset="0"/>
            </a:endParaRPr>
          </a:p>
          <a:p>
            <a:pPr algn="just"/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015747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07D9B-813B-5F06-A0E6-9CE11BBBA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E6AC0DCD-C6FD-D758-A265-2F04BD01A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022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A9BCF-8A95-DAB3-96B5-7CA9D0C39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EEEE15-D39E-03EB-EA54-99F58A648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6361"/>
            <a:ext cx="10515600" cy="903205"/>
          </a:xfrm>
        </p:spPr>
        <p:txBody>
          <a:bodyPr>
            <a:normAutofit/>
          </a:bodyPr>
          <a:lstStyle/>
          <a:p>
            <a:pPr algn="ctr"/>
            <a:r>
              <a:rPr lang="es-ES" sz="4800" dirty="0">
                <a:latin typeface="LM Roman 10" panose="00000500000000000000" pitchFamily="50" charset="0"/>
              </a:rPr>
              <a:t>Segundas Condiciones: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3F6592-AA1A-7C4F-00AF-54A8AC629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23246" y="2677274"/>
            <a:ext cx="1051560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dirty="0">
                <a:latin typeface="LM Roman 10" panose="00000500000000000000" pitchFamily="50" charset="0"/>
                <a:ea typeface="+mn-lt"/>
                <a:cs typeface="+mn-lt"/>
              </a:rPr>
              <a:t>0.036417 s </a:t>
            </a:r>
            <a:r>
              <a:rPr lang="es-ES" dirty="0">
                <a:latin typeface="LM Roman 10" panose="00000500000000000000" pitchFamily="50" charset="0"/>
              </a:rPr>
              <a:t>  Tiempo total de la simulación   </a:t>
            </a:r>
            <a:r>
              <a:rPr lang="es-ES" dirty="0">
                <a:latin typeface="LM Roman 10" panose="00000500000000000000" pitchFamily="50" charset="0"/>
                <a:ea typeface="+mn-lt"/>
                <a:cs typeface="+mn-lt"/>
              </a:rPr>
              <a:t> 0.0159822s</a:t>
            </a:r>
          </a:p>
          <a:p>
            <a:r>
              <a:rPr lang="es-ES" dirty="0">
                <a:latin typeface="LM Roman 10" panose="00000500000000000000" pitchFamily="50" charset="0"/>
                <a:ea typeface="+mn-lt"/>
                <a:cs typeface="+mn-lt"/>
              </a:rPr>
              <a:t>3.14 ms    Tiempo promedio de la simulación    2.81 ms</a:t>
            </a:r>
            <a:endParaRPr lang="en-US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8CED701F-040C-8D18-DAE8-732DA0474D1B}"/>
              </a:ext>
            </a:extLst>
          </p:cNvPr>
          <p:cNvSpPr txBox="1">
            <a:spLocks/>
          </p:cNvSpPr>
          <p:nvPr/>
        </p:nvSpPr>
        <p:spPr>
          <a:xfrm>
            <a:off x="-572426" y="1446501"/>
            <a:ext cx="6141522" cy="9032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dirty="0" err="1">
                <a:latin typeface="LM Roman 10" panose="00000500000000000000" pitchFamily="50" charset="0"/>
              </a:rPr>
              <a:t>Debug</a:t>
            </a:r>
            <a:endParaRPr lang="es-ES" sz="3600" dirty="0">
              <a:latin typeface="LM Roman 10" panose="00000500000000000000" pitchFamily="50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CA3FCA8-A459-F520-077B-F02128BE6366}"/>
              </a:ext>
            </a:extLst>
          </p:cNvPr>
          <p:cNvSpPr txBox="1">
            <a:spLocks/>
          </p:cNvSpPr>
          <p:nvPr/>
        </p:nvSpPr>
        <p:spPr>
          <a:xfrm>
            <a:off x="6608225" y="1446501"/>
            <a:ext cx="6141522" cy="90320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3600" dirty="0" err="1">
                <a:latin typeface="LM Roman 10" panose="00000500000000000000" pitchFamily="50" charset="0"/>
              </a:rPr>
              <a:t>Release</a:t>
            </a:r>
            <a:endParaRPr lang="es-ES" sz="3600" dirty="0">
              <a:latin typeface="LM Roman 10" panose="00000500000000000000" pitchFamily="50" charset="0"/>
            </a:endParaRPr>
          </a:p>
        </p:txBody>
      </p:sp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4E7A6D48-8EB8-29DD-BBA1-1E3C5B8FA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123" y="3757523"/>
            <a:ext cx="4191000" cy="8382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EEA92BB-A77E-10A7-769E-3C52E95E1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710" y="3971719"/>
            <a:ext cx="1619250" cy="53331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1E703CF-E0F9-A2DF-0795-F6365629D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361" y="3909968"/>
            <a:ext cx="1619250" cy="53331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5B6170F-56D2-C7DF-6BF1-A733A314F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303" y="1029059"/>
            <a:ext cx="5512639" cy="65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846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12C86-AAD4-F894-B8BD-0BDE3E83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FFEA6F9C-DA43-696D-9F3D-75288DCD1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491" y="420029"/>
            <a:ext cx="2881223" cy="150018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just"/>
            <a:r>
              <a:rPr lang="es-ES" dirty="0">
                <a:latin typeface="LM Roman 10" panose="00000500000000000000" pitchFamily="50" charset="0"/>
                <a:ea typeface="+mn-lt"/>
                <a:cs typeface="+mn-lt"/>
              </a:rPr>
              <a:t>Comparamos el tiempo que tarda el programa en ejecutarse 100 veces en dos modos diferentes de compilación:</a:t>
            </a:r>
            <a:endParaRPr lang="es-ES" dirty="0">
              <a:latin typeface="LM Roman 10" panose="00000500000000000000" pitchFamily="50" charset="0"/>
            </a:endParaRPr>
          </a:p>
          <a:p>
            <a:pPr algn="just"/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2CBE1F10-2312-1806-E55B-E5A09A2CFCE2}"/>
              </a:ext>
            </a:extLst>
          </p:cNvPr>
          <p:cNvSpPr txBox="1">
            <a:spLocks/>
          </p:cNvSpPr>
          <p:nvPr/>
        </p:nvSpPr>
        <p:spPr>
          <a:xfrm>
            <a:off x="201524" y="1953402"/>
            <a:ext cx="3427561" cy="469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4800" dirty="0">
                <a:latin typeface="LM Roman 10" panose="00000500000000000000" pitchFamily="50" charset="0"/>
              </a:rPr>
              <a:t>🔴 </a:t>
            </a:r>
            <a:r>
              <a:rPr lang="es-ES" sz="4800" dirty="0" err="1">
                <a:latin typeface="LM Roman 10" panose="00000500000000000000" pitchFamily="50" charset="0"/>
              </a:rPr>
              <a:t>Debug</a:t>
            </a:r>
            <a:r>
              <a:rPr lang="es-ES" sz="4800" dirty="0">
                <a:latin typeface="LM Roman 10" panose="00000500000000000000" pitchFamily="50" charset="0"/>
              </a:rPr>
              <a:t>:</a:t>
            </a: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Presenta </a:t>
            </a: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mayor tiempo promedio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 de ejecución.</a:t>
            </a: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Se observan </a:t>
            </a: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picos frecuentes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 de hasta </a:t>
            </a: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0.0045–0.0053 s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Tiene menos optimización, por lo que:</a:t>
            </a:r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Se ejecutan más instrucciones.</a:t>
            </a:r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Se incluyen símbolos de depuración.</a:t>
            </a:r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El acceso a memoria no está optimizado.</a:t>
            </a:r>
            <a:endParaRPr lang="es-ES" dirty="0">
              <a:latin typeface="LM Roman 10" panose="00000500000000000000" pitchFamily="50" charset="0"/>
            </a:endParaRP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Tiende a ser más </a:t>
            </a: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sensible al ruido del sistema.</a:t>
            </a:r>
            <a:endParaRPr lang="es-ES" sz="4800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endParaRPr lang="es-ES" sz="4800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/>
            <a:r>
              <a:rPr lang="es-ES" sz="4800" dirty="0">
                <a:latin typeface="LM Roman 10" panose="00000500000000000000" pitchFamily="50" charset="0"/>
              </a:rPr>
              <a:t>🔵 </a:t>
            </a:r>
            <a:r>
              <a:rPr lang="es-ES" sz="4800" dirty="0" err="1">
                <a:latin typeface="LM Roman 10" panose="00000500000000000000" pitchFamily="50" charset="0"/>
              </a:rPr>
              <a:t>Release</a:t>
            </a:r>
            <a:r>
              <a:rPr lang="es-ES" sz="4800" dirty="0">
                <a:latin typeface="LM Roman 10" panose="00000500000000000000" pitchFamily="50" charset="0"/>
              </a:rPr>
              <a:t>:</a:t>
            </a: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 Corre con </a:t>
            </a: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tiempos más bajos y estables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Tiene algunos picos, pero menos pronunciados y menos frecuentes que </a:t>
            </a:r>
            <a:r>
              <a:rPr lang="es-ES" sz="4800" dirty="0" err="1">
                <a:latin typeface="LM Roman 10" panose="00000500000000000000" pitchFamily="50" charset="0"/>
                <a:ea typeface="+mn-lt"/>
                <a:cs typeface="+mn-lt"/>
              </a:rPr>
              <a:t>Debug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Se ejecuta con </a:t>
            </a:r>
            <a:r>
              <a:rPr lang="es-ES" sz="4800" b="1" dirty="0">
                <a:latin typeface="LM Roman 10" panose="00000500000000000000" pitchFamily="50" charset="0"/>
                <a:ea typeface="+mn-lt"/>
                <a:cs typeface="+mn-lt"/>
              </a:rPr>
              <a:t>optimización máxima</a:t>
            </a: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 (-O3), lo que reduce:</a:t>
            </a:r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Tiempo en ciclos.</a:t>
            </a:r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Acceso redundante a memoria.</a:t>
            </a:r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s-ES" sz="4800" dirty="0">
                <a:latin typeface="LM Roman 10" panose="00000500000000000000" pitchFamily="50" charset="0"/>
                <a:ea typeface="+mn-lt"/>
                <a:cs typeface="+mn-lt"/>
              </a:rPr>
              <a:t>Operaciones intermedias innecesarias.</a:t>
            </a:r>
            <a:endParaRPr lang="es-ES" dirty="0">
              <a:latin typeface="LM Roman 10" panose="00000500000000000000" pitchFamily="50" charset="0"/>
            </a:endParaRPr>
          </a:p>
          <a:p>
            <a:pPr algn="just">
              <a:buFont typeface="Arial"/>
              <a:buChar char="•"/>
            </a:pPr>
            <a:endParaRPr lang="es-ES" sz="4800" dirty="0">
              <a:latin typeface="LM Roman 10" panose="00000500000000000000" pitchFamily="50" charset="0"/>
              <a:ea typeface="+mn-lt"/>
              <a:cs typeface="+mn-lt"/>
            </a:endParaRPr>
          </a:p>
          <a:p>
            <a:pPr marL="285750" indent="-285750" algn="just">
              <a:buFont typeface="Arial,Sans-Serif"/>
              <a:buChar char="•"/>
            </a:pPr>
            <a:endParaRPr lang="es-ES" sz="4800" dirty="0">
              <a:latin typeface="LM Roman 10" panose="00000500000000000000" pitchFamily="50" charset="0"/>
            </a:endParaRPr>
          </a:p>
          <a:p>
            <a:pPr algn="just"/>
            <a:endParaRPr lang="es-ES" dirty="0">
              <a:latin typeface="LM Roman 10" panose="00000500000000000000" pitchFamily="50" charset="0"/>
            </a:endParaRPr>
          </a:p>
          <a:p>
            <a:pPr algn="just"/>
            <a:endParaRPr lang="es-ES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pic>
        <p:nvPicPr>
          <p:cNvPr id="2" name="Imagen 1" descr="Interfaz de usuario gráfica, Gráfico&#10;&#10;El contenido generado por IA puede ser incorrecto.">
            <a:extLst>
              <a:ext uri="{FF2B5EF4-FFF2-40B4-BE49-F238E27FC236}">
                <a16:creationId xmlns:a16="http://schemas.microsoft.com/office/drawing/2014/main" id="{FE8C6D56-5593-932A-145F-526C764A2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396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41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C0029-D6BA-AE7F-F58D-FBD10C08A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&#10;&#10;El contenido generado por IA puede ser incorrecto.">
            <a:extLst>
              <a:ext uri="{FF2B5EF4-FFF2-40B4-BE49-F238E27FC236}">
                <a16:creationId xmlns:a16="http://schemas.microsoft.com/office/drawing/2014/main" id="{B9B060BD-901B-631A-3DA1-B13CBAF13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571500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16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40250-010D-C82E-2D87-5AF9D4A05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E4D8B4-E740-16BC-C944-F4BF358D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dirty="0">
                <a:latin typeface="LM Roman 10" panose="00000500000000000000" pitchFamily="50" charset="0"/>
              </a:rPr>
              <a:t>Posibles optimizaciones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5A14C9-00EE-D3C5-1607-3D8C28981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 err="1">
                <a:latin typeface="LM Roman 10"/>
              </a:rPr>
              <a:t>Particle.h</a:t>
            </a:r>
            <a:endParaRPr lang="es-CO" dirty="0">
              <a:latin typeface="LM Roman 1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latin typeface="LM Roman 10"/>
              </a:rPr>
              <a:t>Sobrecarga de operadores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>
                <a:latin typeface="LM Roman 10"/>
              </a:rPr>
              <a:t>Detalles en </a:t>
            </a:r>
            <a:r>
              <a:rPr lang="es-CO" dirty="0" err="1">
                <a:latin typeface="LM Roman 10"/>
              </a:rPr>
              <a:t>Debug</a:t>
            </a:r>
            <a:r>
              <a:rPr lang="es-CO" dirty="0">
                <a:latin typeface="LM Roman 10"/>
              </a:rPr>
              <a:t> y </a:t>
            </a:r>
            <a:r>
              <a:rPr lang="es-CO" dirty="0" err="1">
                <a:latin typeface="LM Roman 10"/>
              </a:rPr>
              <a:t>Release</a:t>
            </a:r>
            <a:endParaRPr lang="es-CO" dirty="0">
              <a:latin typeface="LM Roman 10"/>
            </a:endParaRPr>
          </a:p>
        </p:txBody>
      </p:sp>
    </p:spTree>
    <p:extLst>
      <p:ext uri="{BB962C8B-B14F-4D97-AF65-F5344CB8AC3E}">
        <p14:creationId xmlns:p14="http://schemas.microsoft.com/office/powerpoint/2010/main" val="883524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99B11-FB83-14A1-8941-64568D409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3B605-4E6A-1DCE-CC5F-A7E45FFB0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4727575" cy="1600200"/>
          </a:xfrm>
        </p:spPr>
        <p:txBody>
          <a:bodyPr/>
          <a:lstStyle/>
          <a:p>
            <a:r>
              <a:rPr lang="es-CO" b="1" dirty="0">
                <a:latin typeface="LM Roman 10"/>
              </a:rPr>
              <a:t>Archivo </a:t>
            </a:r>
            <a:r>
              <a:rPr lang="es-CO" b="1" dirty="0" err="1">
                <a:latin typeface="Consolas" panose="020B0609020204030204" pitchFamily="49" charset="0"/>
              </a:rPr>
              <a:t>Particle.h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CDB3FA-5EC4-0700-7D9F-7D3C2C4B8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188" y="452007"/>
            <a:ext cx="6167005" cy="544137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49871A-E100-98EB-D35F-330AD9889989}"/>
              </a:ext>
            </a:extLst>
          </p:cNvPr>
          <p:cNvCxnSpPr/>
          <p:nvPr/>
        </p:nvCxnSpPr>
        <p:spPr>
          <a:xfrm>
            <a:off x="942108" y="2341418"/>
            <a:ext cx="4461163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D1390A46-783C-A25E-26D5-8D568A2D3B3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39788" y="2961691"/>
            <a:ext cx="436086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El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uso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de friend para operator&lt;&lt; con std::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ofstream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es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innecesario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si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ya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está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definido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para std::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ostream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ya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que std::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ofstream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hereda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 de std::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ostream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M Roman 10" panose="00000500000000000000" pitchFamily="50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27630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274B0-77AA-4117-581D-FD949A436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FCD67-A12F-9B1C-EDDC-F8FB195C2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>
                <a:latin typeface="Consolas" panose="020B0609020204030204" pitchFamily="49" charset="0"/>
              </a:rPr>
              <a:t>Particle.cpp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C6BF41-CDDC-35FC-9328-443DA5451C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88188" y="1711037"/>
            <a:ext cx="4736205" cy="3811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dirty="0">
                <a:latin typeface="LM Roman 10" panose="00000500000000000000" pitchFamily="50" charset="0"/>
                <a:ea typeface="+mn-lt"/>
                <a:cs typeface="+mn-lt"/>
              </a:rPr>
              <a:t>Para mayor precision y </a:t>
            </a:r>
            <a:r>
              <a:rPr lang="en-GB" sz="2400" dirty="0" err="1">
                <a:latin typeface="LM Roman 10" panose="00000500000000000000" pitchFamily="50" charset="0"/>
                <a:ea typeface="+mn-lt"/>
                <a:cs typeface="+mn-lt"/>
              </a:rPr>
              <a:t>eficiencia</a:t>
            </a:r>
            <a:r>
              <a:rPr lang="en-GB" sz="2400" dirty="0">
                <a:latin typeface="LM Roman 10" panose="00000500000000000000" pitchFamily="50" charset="0"/>
                <a:ea typeface="+mn-lt"/>
                <a:cs typeface="+mn-lt"/>
              </a:rPr>
              <a:t> en </a:t>
            </a:r>
            <a:r>
              <a:rPr lang="en-GB" sz="2400" dirty="0" err="1">
                <a:latin typeface="LM Roman 10" panose="00000500000000000000" pitchFamily="50" charset="0"/>
                <a:ea typeface="+mn-lt"/>
                <a:cs typeface="+mn-lt"/>
              </a:rPr>
              <a:t>los</a:t>
            </a:r>
            <a:r>
              <a:rPr lang="en-GB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GB" sz="2400" dirty="0" err="1">
                <a:latin typeface="LM Roman 10" panose="00000500000000000000" pitchFamily="50" charset="0"/>
                <a:ea typeface="+mn-lt"/>
                <a:cs typeface="+mn-lt"/>
              </a:rPr>
              <a:t>cálculos</a:t>
            </a:r>
            <a:r>
              <a:rPr lang="en-GB" sz="2400" dirty="0">
                <a:latin typeface="LM Roman 10" panose="00000500000000000000" pitchFamily="50" charset="0"/>
                <a:ea typeface="+mn-lt"/>
                <a:cs typeface="+mn-lt"/>
              </a:rPr>
              <a:t> de </a:t>
            </a:r>
            <a:r>
              <a:rPr lang="en-GB" sz="2400" dirty="0" err="1">
                <a:latin typeface="LM Roman 10" panose="00000500000000000000" pitchFamily="50" charset="0"/>
                <a:ea typeface="+mn-lt"/>
                <a:cs typeface="+mn-lt"/>
              </a:rPr>
              <a:t>distribuciones</a:t>
            </a:r>
            <a:r>
              <a:rPr lang="en-GB" sz="2400" dirty="0">
                <a:latin typeface="LM Roman 10" panose="00000500000000000000" pitchFamily="50" charset="0"/>
                <a:ea typeface="+mn-lt"/>
                <a:cs typeface="+mn-lt"/>
              </a:rPr>
              <a:t> de </a:t>
            </a:r>
            <a:r>
              <a:rPr lang="en-GB" sz="2400" dirty="0" err="1">
                <a:latin typeface="LM Roman 10" panose="00000500000000000000" pitchFamily="50" charset="0"/>
                <a:ea typeface="+mn-lt"/>
                <a:cs typeface="+mn-lt"/>
              </a:rPr>
              <a:t>carga</a:t>
            </a:r>
            <a:r>
              <a:rPr lang="en-GB" sz="2400" dirty="0">
                <a:latin typeface="LM Roman 10" panose="00000500000000000000" pitchFamily="50" charset="0"/>
                <a:ea typeface="+mn-lt"/>
                <a:cs typeface="+mn-lt"/>
              </a:rPr>
              <a:t> </a:t>
            </a:r>
            <a:r>
              <a:rPr lang="en-GB" sz="2400" dirty="0" err="1">
                <a:latin typeface="LM Roman 10" panose="00000500000000000000" pitchFamily="50" charset="0"/>
                <a:ea typeface="+mn-lt"/>
                <a:cs typeface="+mn-lt"/>
              </a:rPr>
              <a:t>mayores</a:t>
            </a:r>
            <a:r>
              <a:rPr lang="en-GB" sz="2400" dirty="0">
                <a:latin typeface="LM Roman 10" panose="00000500000000000000" pitchFamily="50" charset="0"/>
                <a:ea typeface="+mn-lt"/>
                <a:cs typeface="+mn-lt"/>
              </a:rPr>
              <a:t>, se puede </a:t>
            </a:r>
            <a:r>
              <a:rPr lang="en-GB" sz="2400" dirty="0" err="1">
                <a:latin typeface="LM Roman 10" panose="00000500000000000000" pitchFamily="50" charset="0"/>
                <a:ea typeface="+mn-lt"/>
                <a:cs typeface="+mn-lt"/>
              </a:rPr>
              <a:t>implementar</a:t>
            </a:r>
            <a:r>
              <a:rPr lang="en-GB" sz="2400" dirty="0">
                <a:latin typeface="LM Roman 10" panose="00000500000000000000" pitchFamily="50" charset="0"/>
                <a:ea typeface="+mn-lt"/>
                <a:cs typeface="+mn-lt"/>
              </a:rPr>
              <a:t> un </a:t>
            </a:r>
            <a:r>
              <a:rPr lang="en-GB" sz="2400" dirty="0" err="1">
                <a:latin typeface="LM Roman 10" panose="00000500000000000000" pitchFamily="50" charset="0"/>
                <a:ea typeface="+mn-lt"/>
                <a:cs typeface="+mn-lt"/>
              </a:rPr>
              <a:t>método</a:t>
            </a:r>
            <a:r>
              <a:rPr lang="en-GB" sz="2400" dirty="0">
                <a:latin typeface="LM Roman 10" panose="00000500000000000000" pitchFamily="50" charset="0"/>
                <a:ea typeface="+mn-lt"/>
                <a:cs typeface="+mn-lt"/>
              </a:rPr>
              <a:t> de </a:t>
            </a:r>
            <a:r>
              <a:rPr lang="en-GB" sz="2400" dirty="0">
                <a:latin typeface="LM Roman 10" panose="00000500000000000000" pitchFamily="50" charset="0"/>
              </a:rPr>
              <a:t>Runge-</a:t>
            </a:r>
            <a:r>
              <a:rPr lang="en-GB" sz="2400" dirty="0" err="1">
                <a:latin typeface="LM Roman 10" panose="00000500000000000000" pitchFamily="50" charset="0"/>
              </a:rPr>
              <a:t>Kutta</a:t>
            </a:r>
            <a:r>
              <a:rPr lang="en-GB" sz="2400" dirty="0">
                <a:latin typeface="LM Roman 10" panose="00000500000000000000" pitchFamily="50" charset="0"/>
              </a:rPr>
              <a:t> de </a:t>
            </a:r>
            <a:r>
              <a:rPr lang="en-GB" sz="2400" dirty="0" err="1">
                <a:latin typeface="LM Roman 10" panose="00000500000000000000" pitchFamily="50" charset="0"/>
              </a:rPr>
              <a:t>segundo</a:t>
            </a:r>
            <a:r>
              <a:rPr lang="en-GB" sz="2400" dirty="0">
                <a:latin typeface="LM Roman 10" panose="00000500000000000000" pitchFamily="50" charset="0"/>
              </a:rPr>
              <a:t> </a:t>
            </a:r>
            <a:r>
              <a:rPr lang="en-GB" sz="2400" dirty="0" err="1">
                <a:latin typeface="LM Roman 10" panose="00000500000000000000" pitchFamily="50" charset="0"/>
              </a:rPr>
              <a:t>orden</a:t>
            </a:r>
            <a:r>
              <a:rPr lang="en-GB" sz="2400" dirty="0">
                <a:latin typeface="LM Roman 10" panose="00000500000000000000" pitchFamily="50" charset="0"/>
              </a:rPr>
              <a:t> que </a:t>
            </a:r>
            <a:r>
              <a:rPr lang="en-GB" sz="2400" dirty="0" err="1">
                <a:latin typeface="LM Roman 10" panose="00000500000000000000" pitchFamily="50" charset="0"/>
              </a:rPr>
              <a:t>corrige</a:t>
            </a:r>
            <a:r>
              <a:rPr lang="en-GB" sz="2400" dirty="0">
                <a:latin typeface="LM Roman 10" panose="00000500000000000000" pitchFamily="50" charset="0"/>
              </a:rPr>
              <a:t> </a:t>
            </a:r>
            <a:r>
              <a:rPr lang="en-GB" sz="2400" dirty="0" err="1">
                <a:latin typeface="LM Roman 10" panose="00000500000000000000" pitchFamily="50" charset="0"/>
              </a:rPr>
              <a:t>el</a:t>
            </a:r>
            <a:r>
              <a:rPr lang="en-GB" sz="2400" dirty="0">
                <a:latin typeface="LM Roman 10" panose="00000500000000000000" pitchFamily="50" charset="0"/>
              </a:rPr>
              <a:t> </a:t>
            </a:r>
            <a:r>
              <a:rPr lang="en-GB" sz="2400" dirty="0" err="1">
                <a:latin typeface="LM Roman 10" panose="00000500000000000000" pitchFamily="50" charset="0"/>
              </a:rPr>
              <a:t>método</a:t>
            </a:r>
            <a:r>
              <a:rPr lang="en-GB" sz="2400" dirty="0">
                <a:latin typeface="LM Roman 10" panose="00000500000000000000" pitchFamily="50" charset="0"/>
              </a:rPr>
              <a:t> de Euler.</a:t>
            </a:r>
            <a:endParaRPr lang="es-CO" sz="2400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ED3C7B2-7942-5012-162A-71FAEDC77CD5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7C1D37E-DC36-372B-81CB-25DA165FD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67" y="1480865"/>
            <a:ext cx="5839640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70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6826E-70A9-4306-9593-DD288313A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86C36-DB7B-1A96-AD4F-E04B675F7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510" y="-140134"/>
            <a:ext cx="4727575" cy="1600200"/>
          </a:xfrm>
        </p:spPr>
        <p:txBody>
          <a:bodyPr/>
          <a:lstStyle/>
          <a:p>
            <a:r>
              <a:rPr lang="es-CO" b="1" dirty="0">
                <a:latin typeface="LM Roman 10" panose="00000500000000000000" pitchFamily="50" charset="0"/>
              </a:rPr>
              <a:t>Archivo</a:t>
            </a:r>
            <a:r>
              <a:rPr lang="es-CO" b="1" dirty="0">
                <a:latin typeface="Consolas" panose="020B0609020204030204" pitchFamily="49" charset="0"/>
              </a:rPr>
              <a:t> main.cpp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2080C52-4DEA-257B-06C6-BC6EFF31F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00704" y="1768908"/>
            <a:ext cx="4528387" cy="478905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000" dirty="0">
                <a:latin typeface="LM Roman 10" panose="00000500000000000000" pitchFamily="50" charset="0"/>
                <a:ea typeface="+mn-lt"/>
                <a:cs typeface="+mn-lt"/>
              </a:rPr>
              <a:t>La impresión de los resultados en consola puede ralentizar el cálculo, y como buscamos eficiencia, puede eliminarse para solo enviarlos a los archivos.</a:t>
            </a:r>
          </a:p>
          <a:p>
            <a:pPr marL="285750" indent="-285750">
              <a:buFont typeface="Arial"/>
              <a:buChar char="•"/>
            </a:pPr>
            <a:r>
              <a:rPr lang="es-CO" sz="2000" dirty="0">
                <a:latin typeface="LM Roman 10" panose="00000500000000000000" pitchFamily="50" charset="0"/>
              </a:rPr>
              <a:t>Calcular un solo campo para luego utilizar este valor con el operado ‘-’ ya que por simetría del campo se obtiene el opuesto.</a:t>
            </a:r>
          </a:p>
          <a:p>
            <a:endParaRPr lang="es-CO" sz="2000" dirty="0">
              <a:latin typeface="LM Roman 10" panose="00000500000000000000" pitchFamily="50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C404A50-D803-524C-4EE0-CFB9AFC8DEC7}"/>
              </a:ext>
            </a:extLst>
          </p:cNvPr>
          <p:cNvCxnSpPr/>
          <p:nvPr/>
        </p:nvCxnSpPr>
        <p:spPr>
          <a:xfrm>
            <a:off x="812510" y="1600633"/>
            <a:ext cx="4516581" cy="27708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1FD668FE-D4F5-AA67-495F-50F58AC3E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463" y="452871"/>
            <a:ext cx="6130637" cy="593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078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BAF2C-7F3B-A84F-0431-90B85258D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A481D-36FC-820B-6BE3-14B5A77D8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188" y="-374072"/>
            <a:ext cx="4727575" cy="1600200"/>
          </a:xfrm>
        </p:spPr>
        <p:txBody>
          <a:bodyPr/>
          <a:lstStyle/>
          <a:p>
            <a:r>
              <a:rPr lang="es-CO" b="1" dirty="0" err="1">
                <a:latin typeface="Consolas"/>
              </a:rPr>
              <a:t>makefile</a:t>
            </a:r>
            <a:endParaRPr lang="en-U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AFDF15-3FFE-94F7-616C-9E3CCCDF5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79558" y="1625312"/>
            <a:ext cx="4736205" cy="211888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Asignar diferentes archivos de compilación .o para </a:t>
            </a:r>
            <a:r>
              <a:rPr lang="es-CO" sz="2200" dirty="0" err="1">
                <a:latin typeface="LM Roman 10" panose="00000500000000000000" pitchFamily="50" charset="0"/>
                <a:ea typeface="+mn-lt"/>
                <a:cs typeface="+mn-lt"/>
              </a:rPr>
              <a:t>debug</a:t>
            </a: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 y </a:t>
            </a:r>
            <a:r>
              <a:rPr lang="es-CO" sz="2200" dirty="0" err="1">
                <a:latin typeface="LM Roman 10" panose="00000500000000000000" pitchFamily="50" charset="0"/>
                <a:ea typeface="+mn-lt"/>
                <a:cs typeface="+mn-lt"/>
              </a:rPr>
              <a:t>release</a:t>
            </a: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Aplicar parámetro de paralelización en el uso de los núcleos del </a:t>
            </a:r>
            <a:r>
              <a:rPr lang="es-CO" sz="2200" dirty="0" err="1">
                <a:latin typeface="LM Roman 10" panose="00000500000000000000" pitchFamily="50" charset="0"/>
                <a:ea typeface="+mn-lt"/>
                <a:cs typeface="+mn-lt"/>
              </a:rPr>
              <a:t>proceador</a:t>
            </a:r>
            <a:r>
              <a:rPr lang="es-CO" sz="2200" dirty="0">
                <a:latin typeface="LM Roman 10" panose="00000500000000000000" pitchFamily="50" charset="0"/>
                <a:ea typeface="+mn-lt"/>
                <a:cs typeface="+mn-lt"/>
              </a:rPr>
              <a:t> con la opción </a:t>
            </a:r>
            <a:r>
              <a:rPr lang="es-CO" sz="2200" dirty="0" err="1">
                <a:latin typeface="Consolas" panose="020B0609020204030204" pitchFamily="49" charset="0"/>
                <a:ea typeface="+mn-lt"/>
                <a:cs typeface="+mn-lt"/>
              </a:rPr>
              <a:t>make</a:t>
            </a:r>
            <a:r>
              <a:rPr lang="es-CO" sz="2200" dirty="0">
                <a:latin typeface="Consolas" panose="020B0609020204030204" pitchFamily="49" charset="0"/>
                <a:ea typeface="+mn-lt"/>
                <a:cs typeface="+mn-lt"/>
              </a:rPr>
              <a:t> –j.</a:t>
            </a:r>
          </a:p>
          <a:p>
            <a:endParaRPr lang="es-CO" sz="2200" dirty="0">
              <a:latin typeface="Consolas" panose="020B0609020204030204" pitchFamily="49" charset="0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200" b="1" dirty="0">
              <a:latin typeface="LM Roman 10" panose="00000500000000000000" pitchFamily="50" charset="0"/>
              <a:ea typeface="+mn-lt"/>
              <a:cs typeface="+mn-lt"/>
            </a:endParaRPr>
          </a:p>
          <a:p>
            <a:endParaRPr lang="es-CO" sz="2200" dirty="0">
              <a:latin typeface="LM Roman 10" panose="00000500000000000000" pitchFamily="50" charset="0"/>
              <a:ea typeface="+mn-lt"/>
              <a:cs typeface="+mn-lt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5AF85B0-5B01-F860-40F7-34980C838BC8}"/>
              </a:ext>
            </a:extLst>
          </p:cNvPr>
          <p:cNvCxnSpPr/>
          <p:nvPr/>
        </p:nvCxnSpPr>
        <p:spPr>
          <a:xfrm>
            <a:off x="7093526" y="1302327"/>
            <a:ext cx="4724399" cy="1385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422C4CF-46A6-BE34-3853-2EFD5CB76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07" y="332510"/>
            <a:ext cx="6051568" cy="619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76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366D9-E09C-40CB-341C-CB608BC805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7960"/>
            <a:ext cx="9144000" cy="1402080"/>
          </a:xfrm>
        </p:spPr>
        <p:txBody>
          <a:bodyPr>
            <a:normAutofit fontScale="90000"/>
          </a:bodyPr>
          <a:lstStyle/>
          <a:p>
            <a:r>
              <a:rPr lang="es-CO" sz="9600">
                <a:latin typeface="LM Roman 10" panose="00000500000000000000" pitchFamily="50" charset="0"/>
              </a:rPr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36665193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865E64F-0A64-4C29-9151-0CCF2DE69115}">
  <we:reference id="wa200004052" version="1.0.0.2" store="es-CO" storeType="OMEX"/>
  <we:alternateReferences>
    <we:reference id="WA200004052" version="1.0.0.2" store="WA200004052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403A950870724FBC411EEB7EC1F630" ma:contentTypeVersion="16" ma:contentTypeDescription="Crear nuevo documento." ma:contentTypeScope="" ma:versionID="bee0150cc8e7704cefda12194d51891d">
  <xsd:schema xmlns:xsd="http://www.w3.org/2001/XMLSchema" xmlns:xs="http://www.w3.org/2001/XMLSchema" xmlns:p="http://schemas.microsoft.com/office/2006/metadata/properties" xmlns:ns3="1d885472-1b03-4c27-abea-e0b86428d9b9" xmlns:ns4="2d6b6581-d0cd-4f64-a2b3-c7ef1a89b301" targetNamespace="http://schemas.microsoft.com/office/2006/metadata/properties" ma:root="true" ma:fieldsID="84ef3d4d0cf72d295dbeddd5af219958" ns3:_="" ns4:_="">
    <xsd:import namespace="1d885472-1b03-4c27-abea-e0b86428d9b9"/>
    <xsd:import namespace="2d6b6581-d0cd-4f64-a2b3-c7ef1a89b3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885472-1b03-4c27-abea-e0b86428d9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b6581-d0cd-4f64-a2b3-c7ef1a89b30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885472-1b03-4c27-abea-e0b86428d9b9" xsi:nil="true"/>
  </documentManagement>
</p:properties>
</file>

<file path=customXml/itemProps1.xml><?xml version="1.0" encoding="utf-8"?>
<ds:datastoreItem xmlns:ds="http://schemas.openxmlformats.org/officeDocument/2006/customXml" ds:itemID="{B672DD34-028E-4E8C-83F3-9367F1A377C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FB7A20D-97B4-433F-8C83-EC1F454224F1}">
  <ds:schemaRefs>
    <ds:schemaRef ds:uri="1d885472-1b03-4c27-abea-e0b86428d9b9"/>
    <ds:schemaRef ds:uri="2d6b6581-d0cd-4f64-a2b3-c7ef1a89b30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80783D7-E370-40A2-8161-805649E02B1C}">
  <ds:schemaRefs>
    <ds:schemaRef ds:uri="1d885472-1b03-4c27-abea-e0b86428d9b9"/>
    <ds:schemaRef ds:uri="2d6b6581-d0cd-4f64-a2b3-c7ef1a89b301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1398</Words>
  <Application>Microsoft Office PowerPoint</Application>
  <PresentationFormat>Widescreen</PresentationFormat>
  <Paragraphs>190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Aptos</vt:lpstr>
      <vt:lpstr>Aptos Display</vt:lpstr>
      <vt:lpstr>Arial</vt:lpstr>
      <vt:lpstr>Arial,Sans-Serif</vt:lpstr>
      <vt:lpstr>Consolas</vt:lpstr>
      <vt:lpstr>Courier New</vt:lpstr>
      <vt:lpstr>LM Roman 10</vt:lpstr>
      <vt:lpstr>Palatino Linotype</vt:lpstr>
      <vt:lpstr>Tema de Office</vt:lpstr>
      <vt:lpstr>Sobrecarga de operadores y compiladores Debug y Release para un campo eléctrico</vt:lpstr>
      <vt:lpstr>Problema físico</vt:lpstr>
      <vt:lpstr>Archivos construidos</vt:lpstr>
      <vt:lpstr>Archivo Particle.h Guardas de Inclusión</vt:lpstr>
      <vt:lpstr>Archivo Particle.h struct Vector2D</vt:lpstr>
      <vt:lpstr>Archivo Particle.h struct Vector2D</vt:lpstr>
      <vt:lpstr>Archivo Particle.h struct Vector2D</vt:lpstr>
      <vt:lpstr>Archivo Particle.h Clase Particle </vt:lpstr>
      <vt:lpstr>Particle.cpp</vt:lpstr>
      <vt:lpstr>utils.h</vt:lpstr>
      <vt:lpstr>utils.h</vt:lpstr>
      <vt:lpstr>main.cpp</vt:lpstr>
      <vt:lpstr>main.cpp</vt:lpstr>
      <vt:lpstr>main.cpp</vt:lpstr>
      <vt:lpstr>main.cpp</vt:lpstr>
      <vt:lpstr>makefile</vt:lpstr>
      <vt:lpstr>makefile</vt:lpstr>
      <vt:lpstr>makefile</vt:lpstr>
      <vt:lpstr>makefile</vt:lpstr>
      <vt:lpstr>makefile</vt:lpstr>
      <vt:lpstr>makefile</vt:lpstr>
      <vt:lpstr>PowerPoint Presentation</vt:lpstr>
      <vt:lpstr>Resultados de una muestra de datos</vt:lpstr>
      <vt:lpstr>Primeras Condiciones:</vt:lpstr>
      <vt:lpstr>PowerPoint Presentation</vt:lpstr>
      <vt:lpstr>PowerPoint Presentation</vt:lpstr>
      <vt:lpstr>Segundas Condiciones:</vt:lpstr>
      <vt:lpstr>PowerPoint Presentation</vt:lpstr>
      <vt:lpstr>PowerPoint Presentation</vt:lpstr>
      <vt:lpstr>Posibles optimizaciones</vt:lpstr>
      <vt:lpstr>Archivo Particle.h</vt:lpstr>
      <vt:lpstr>Particle.cpp</vt:lpstr>
      <vt:lpstr>Archivo main.cpp</vt:lpstr>
      <vt:lpstr>makefile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SEBASTIAN MANRIQUE MORENO</dc:creator>
  <cp:lastModifiedBy>SANTIAGO TALERO PARRA</cp:lastModifiedBy>
  <cp:revision>19</cp:revision>
  <dcterms:created xsi:type="dcterms:W3CDTF">2025-03-31T14:39:01Z</dcterms:created>
  <dcterms:modified xsi:type="dcterms:W3CDTF">2025-04-29T12:12:44Z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0x01010001403A950870724FBC411EEB7EC1F630</vt:lpwstr>
  </property>
</Properties>
</file>